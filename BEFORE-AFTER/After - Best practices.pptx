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4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media/image39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  <p:sldMasterId id="2147483673" r:id="rId2"/>
    <p:sldMasterId id="2147483700" r:id="rId3"/>
    <p:sldMasterId id="2147483722" r:id="rId4"/>
    <p:sldMasterId id="2147483749" r:id="rId5"/>
  </p:sldMasterIdLst>
  <p:notesMasterIdLst>
    <p:notesMasterId r:id="rId19"/>
  </p:notesMasterIdLst>
  <p:sldIdLst>
    <p:sldId id="347" r:id="rId6"/>
    <p:sldId id="257" r:id="rId7"/>
    <p:sldId id="260" r:id="rId8"/>
    <p:sldId id="353" r:id="rId9"/>
    <p:sldId id="355" r:id="rId10"/>
    <p:sldId id="356" r:id="rId11"/>
    <p:sldId id="357" r:id="rId12"/>
    <p:sldId id="352" r:id="rId13"/>
    <p:sldId id="337" r:id="rId14"/>
    <p:sldId id="358" r:id="rId15"/>
    <p:sldId id="348" r:id="rId16"/>
    <p:sldId id="300" r:id="rId17"/>
    <p:sldId id="31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B84C"/>
    <a:srgbClr val="3333FF"/>
    <a:srgbClr val="1B4C8B"/>
    <a:srgbClr val="E7E9EE"/>
    <a:srgbClr val="CCD0DC"/>
    <a:srgbClr val="1B5092"/>
    <a:srgbClr val="1B5043"/>
    <a:srgbClr val="1B5047"/>
    <a:srgbClr val="1C9243"/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53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706" y="82"/>
      </p:cViewPr>
      <p:guideLst>
        <p:guide orient="horz" pos="22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Book1" TargetMode="Externa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Sheet1!$D$6:$D$9</cx:f>
        <cx:lvl ptCount="4">
          <cx:pt idx="0">Ever Supporting Management</cx:pt>
          <cx:pt idx="1">Admin</cx:pt>
          <cx:pt idx="2">Faculty Members</cx:pt>
          <cx:pt idx="3">Supporting Staff</cx:pt>
        </cx:lvl>
      </cx:strDim>
      <cx:numDim type="size">
        <cx:f>Sheet1!$E$6:$E$9</cx:f>
        <cx:lvl ptCount="4" formatCode="0%">
          <cx:pt idx="0">0.14999999999999999</cx:pt>
          <cx:pt idx="1">0.25</cx:pt>
          <cx:pt idx="2">0.45000000000000001</cx:pt>
          <cx:pt idx="3">0.14999999999999999</cx:pt>
        </cx:lvl>
      </cx:numDim>
    </cx:data>
  </cx:chartData>
  <cx:chart>
    <cx:title pos="t" align="ctr" overlay="1">
      <cx:tx>
        <cx:txData>
          <cx:v/>
        </cx:txData>
      </cx:tx>
      <cx:spPr>
        <a:solidFill>
          <a:schemeClr val="bg1"/>
        </a:solidFill>
      </cx:spPr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3200"/>
          </a:pPr>
          <a:endParaRPr lang="en-US" sz="4400" b="0" i="0" u="none" strike="noStrike" baseline="0" dirty="0">
            <a:solidFill>
              <a:schemeClr val="tx1"/>
            </a:solidFill>
            <a:latin typeface="+mj-lt"/>
          </a:endParaRPr>
        </a:p>
      </cx:txPr>
    </cx:title>
    <cx:plotArea>
      <cx:plotAreaRegion>
        <cx:series layoutId="sunburst" uniqueId="{07B52B5F-E534-459A-A4F3-9A460251F210}">
          <cx:dataLabels pos="ctr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2000"/>
                </a:pPr>
                <a:endParaRPr lang="en-US" sz="2000" b="0" i="0" u="none" strike="noStrike" baseline="0">
                  <a:solidFill>
                    <a:srgbClr val="FFFFFF"/>
                  </a:solidFill>
                  <a:latin typeface="Helevetica"/>
                </a:endParaRPr>
              </a:p>
            </cx:txPr>
            <cx:visibility seriesName="0" categoryName="0" value="1"/>
            <cx:separator>. </cx:separator>
          </cx:dataLabels>
          <cx:dataId val="0"/>
        </cx:series>
      </cx:plotAreaRegion>
    </cx:plotArea>
    <cx:legend pos="r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2000">
              <a:solidFill>
                <a:schemeClr val="bg1"/>
              </a:solidFill>
            </a:defRPr>
          </a:pPr>
          <a:endParaRPr lang="en-US" sz="2000" b="0" i="0" u="none" strike="noStrike" baseline="0">
            <a:solidFill>
              <a:schemeClr val="bg1"/>
            </a:solidFill>
            <a:latin typeface="Helevetica"/>
          </a:endParaRPr>
        </a:p>
      </cx:txPr>
    </cx:legend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8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2A4645-8424-44B0-A3E1-C3B29C7350AF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6A45A1D-5A4F-4CCD-B058-170047D29E96}">
      <dgm:prSet custT="1"/>
      <dgm:spPr/>
      <dgm:t>
        <a:bodyPr/>
        <a:lstStyle/>
        <a:p>
          <a:r>
            <a:rPr lang="en-IN" sz="1300" b="1" dirty="0">
              <a:solidFill>
                <a:schemeClr val="bg2"/>
              </a:solidFill>
            </a:rPr>
            <a:t>SERVICES</a:t>
          </a:r>
        </a:p>
      </dgm:t>
    </dgm:pt>
    <dgm:pt modelId="{B819C7A0-399D-4CA7-95B1-2A439198E611}" type="parTrans" cxnId="{6F338D15-4669-4445-9D3A-D950AC030997}">
      <dgm:prSet/>
      <dgm:spPr/>
      <dgm:t>
        <a:bodyPr/>
        <a:lstStyle/>
        <a:p>
          <a:endParaRPr lang="en-IN" sz="1300" b="1"/>
        </a:p>
      </dgm:t>
    </dgm:pt>
    <dgm:pt modelId="{C1A958AD-4973-473D-986E-109864340CCD}" type="sibTrans" cxnId="{6F338D15-4669-4445-9D3A-D950AC030997}">
      <dgm:prSet/>
      <dgm:spPr/>
      <dgm:t>
        <a:bodyPr/>
        <a:lstStyle/>
        <a:p>
          <a:endParaRPr lang="en-IN" sz="1300" b="1"/>
        </a:p>
      </dgm:t>
    </dgm:pt>
    <dgm:pt modelId="{5D34F697-6F13-420C-A741-55D3A1E2FC79}">
      <dgm:prSet custT="1"/>
      <dgm:spPr/>
      <dgm:t>
        <a:bodyPr/>
        <a:lstStyle/>
        <a:p>
          <a:r>
            <a:rPr lang="en-IN" sz="1300" b="1" dirty="0">
              <a:solidFill>
                <a:schemeClr val="bg1"/>
              </a:solidFill>
            </a:rPr>
            <a:t>HELP IN DIRE TIMES</a:t>
          </a:r>
          <a:endParaRPr lang="en-IN" sz="1100" b="1" dirty="0">
            <a:solidFill>
              <a:schemeClr val="bg1"/>
            </a:solidFill>
          </a:endParaRPr>
        </a:p>
      </dgm:t>
    </dgm:pt>
    <dgm:pt modelId="{1B59C9C1-52E1-40BA-86C5-847429B51E11}" type="parTrans" cxnId="{CDA325C6-0A96-49C4-89B4-044A7A066284}">
      <dgm:prSet/>
      <dgm:spPr/>
      <dgm:t>
        <a:bodyPr/>
        <a:lstStyle/>
        <a:p>
          <a:endParaRPr lang="en-IN" sz="1300" b="1"/>
        </a:p>
      </dgm:t>
    </dgm:pt>
    <dgm:pt modelId="{599C340C-B2C3-4FB4-A2E6-DD519ABC919A}" type="sibTrans" cxnId="{CDA325C6-0A96-49C4-89B4-044A7A066284}">
      <dgm:prSet/>
      <dgm:spPr/>
      <dgm:t>
        <a:bodyPr/>
        <a:lstStyle/>
        <a:p>
          <a:endParaRPr lang="en-IN" sz="1300" b="1"/>
        </a:p>
      </dgm:t>
    </dgm:pt>
    <dgm:pt modelId="{8EE58CB2-44A8-49D9-AF00-4669AFFE7C47}">
      <dgm:prSet custT="1"/>
      <dgm:spPr/>
      <dgm:t>
        <a:bodyPr/>
        <a:lstStyle/>
        <a:p>
          <a:r>
            <a:rPr lang="en-IN" sz="1300" b="1" dirty="0">
              <a:solidFill>
                <a:schemeClr val="bg2"/>
              </a:solidFill>
            </a:rPr>
            <a:t>PRACTICES</a:t>
          </a:r>
        </a:p>
      </dgm:t>
    </dgm:pt>
    <dgm:pt modelId="{C9CF33A1-0EE7-485E-8EBC-7E9AE3371BB3}" type="parTrans" cxnId="{22171EC4-E559-46D2-9225-D1C0D8CADE0B}">
      <dgm:prSet/>
      <dgm:spPr/>
      <dgm:t>
        <a:bodyPr/>
        <a:lstStyle/>
        <a:p>
          <a:endParaRPr lang="en-IN" sz="1300" b="1"/>
        </a:p>
      </dgm:t>
    </dgm:pt>
    <dgm:pt modelId="{C7CB534D-57C9-4DBD-89BE-D010E68A4342}" type="sibTrans" cxnId="{22171EC4-E559-46D2-9225-D1C0D8CADE0B}">
      <dgm:prSet/>
      <dgm:spPr/>
      <dgm:t>
        <a:bodyPr/>
        <a:lstStyle/>
        <a:p>
          <a:endParaRPr lang="en-IN" sz="1300" b="1"/>
        </a:p>
      </dgm:t>
    </dgm:pt>
    <dgm:pt modelId="{F0F0B819-2EF4-4CE7-85FD-0D40C4258B1E}">
      <dgm:prSet custT="1"/>
      <dgm:spPr/>
      <dgm:t>
        <a:bodyPr/>
        <a:lstStyle/>
        <a:p>
          <a:r>
            <a:rPr lang="en-IN" sz="1300" b="1" dirty="0">
              <a:solidFill>
                <a:schemeClr val="bg1"/>
              </a:solidFill>
            </a:rPr>
            <a:t>FIGHTING COVID-19</a:t>
          </a:r>
        </a:p>
      </dgm:t>
    </dgm:pt>
    <dgm:pt modelId="{70EECCA6-FCF5-4F59-B52D-0DFD4B86E319}" type="parTrans" cxnId="{A5E52B74-51C3-4DF1-A1CA-5266CAB9D8B9}">
      <dgm:prSet/>
      <dgm:spPr/>
      <dgm:t>
        <a:bodyPr/>
        <a:lstStyle/>
        <a:p>
          <a:endParaRPr lang="en-IN" sz="1300" b="1"/>
        </a:p>
      </dgm:t>
    </dgm:pt>
    <dgm:pt modelId="{3F90B884-7672-4500-9153-29E528F2471E}" type="sibTrans" cxnId="{A5E52B74-51C3-4DF1-A1CA-5266CAB9D8B9}">
      <dgm:prSet/>
      <dgm:spPr/>
      <dgm:t>
        <a:bodyPr/>
        <a:lstStyle/>
        <a:p>
          <a:endParaRPr lang="en-IN" sz="1300" b="1"/>
        </a:p>
      </dgm:t>
    </dgm:pt>
    <dgm:pt modelId="{19DD1A80-F7D5-43D8-98C0-3BE048B8B989}">
      <dgm:prSet custT="1"/>
      <dgm:spPr/>
      <dgm:t>
        <a:bodyPr/>
        <a:lstStyle/>
        <a:p>
          <a:r>
            <a:rPr lang="en-IN" sz="1100" b="1" dirty="0">
              <a:solidFill>
                <a:schemeClr val="bg2"/>
              </a:solidFill>
            </a:rPr>
            <a:t>ACHIEVEMENTS</a:t>
          </a:r>
        </a:p>
      </dgm:t>
    </dgm:pt>
    <dgm:pt modelId="{F54C228F-9A4B-479B-854A-938BA4806D1A}" type="parTrans" cxnId="{460DD151-A988-4C72-A588-6B2D0134CDD9}">
      <dgm:prSet/>
      <dgm:spPr/>
      <dgm:t>
        <a:bodyPr/>
        <a:lstStyle/>
        <a:p>
          <a:endParaRPr lang="en-IN" sz="1300" b="1"/>
        </a:p>
      </dgm:t>
    </dgm:pt>
    <dgm:pt modelId="{05BC3964-20E0-47F0-BA4D-69168E26AFC5}" type="sibTrans" cxnId="{460DD151-A988-4C72-A588-6B2D0134CDD9}">
      <dgm:prSet/>
      <dgm:spPr/>
      <dgm:t>
        <a:bodyPr/>
        <a:lstStyle/>
        <a:p>
          <a:endParaRPr lang="en-IN" sz="1300" b="1"/>
        </a:p>
      </dgm:t>
    </dgm:pt>
    <dgm:pt modelId="{AED78F82-379A-4B92-A7BC-74ED4418E251}">
      <dgm:prSet custT="1"/>
      <dgm:spPr/>
      <dgm:t>
        <a:bodyPr/>
        <a:lstStyle/>
        <a:p>
          <a:r>
            <a:rPr lang="en-US" sz="1300" b="1" dirty="0">
              <a:solidFill>
                <a:schemeClr val="bg2"/>
              </a:solidFill>
            </a:rPr>
            <a:t>OUR TEAM</a:t>
          </a:r>
          <a:endParaRPr lang="en-IN" sz="1300" b="1" dirty="0">
            <a:solidFill>
              <a:schemeClr val="bg2"/>
            </a:solidFill>
          </a:endParaRPr>
        </a:p>
      </dgm:t>
    </dgm:pt>
    <dgm:pt modelId="{9495B9EA-FCDE-48B2-8E05-36D546FB3E39}" type="parTrans" cxnId="{797ED08C-09D6-464F-8926-3FEDC4E3356F}">
      <dgm:prSet/>
      <dgm:spPr/>
      <dgm:t>
        <a:bodyPr/>
        <a:lstStyle/>
        <a:p>
          <a:endParaRPr lang="en-IN" sz="1300" b="1"/>
        </a:p>
      </dgm:t>
    </dgm:pt>
    <dgm:pt modelId="{413AAB72-C877-4456-9E20-3DD5A17723C5}" type="sibTrans" cxnId="{797ED08C-09D6-464F-8926-3FEDC4E3356F}">
      <dgm:prSet/>
      <dgm:spPr/>
      <dgm:t>
        <a:bodyPr/>
        <a:lstStyle/>
        <a:p>
          <a:endParaRPr lang="en-IN" sz="1300" b="1"/>
        </a:p>
      </dgm:t>
    </dgm:pt>
    <dgm:pt modelId="{2CA79D9F-D4BB-4647-8938-7B60ABE35A0D}" type="pres">
      <dgm:prSet presAssocID="{A82A4645-8424-44B0-A3E1-C3B29C7350AF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D92325A7-3F3D-4B4A-BADF-A80C381254C0}" type="pres">
      <dgm:prSet presAssocID="{19DD1A80-F7D5-43D8-98C0-3BE048B8B989}" presName="Accent6" presStyleCnt="0"/>
      <dgm:spPr/>
    </dgm:pt>
    <dgm:pt modelId="{3D480364-39D9-48F7-8033-1EEC96CDA77E}" type="pres">
      <dgm:prSet presAssocID="{19DD1A80-F7D5-43D8-98C0-3BE048B8B989}" presName="Accent" presStyleLbl="node1" presStyleIdx="0" presStyleCnt="6"/>
      <dgm:spPr>
        <a:solidFill>
          <a:schemeClr val="bg2"/>
        </a:solidFill>
      </dgm:spPr>
    </dgm:pt>
    <dgm:pt modelId="{B6AD6255-CF3B-4199-9B5C-3E70F7FA6B74}" type="pres">
      <dgm:prSet presAssocID="{19DD1A80-F7D5-43D8-98C0-3BE048B8B989}" presName="ParentBackground6" presStyleCnt="0"/>
      <dgm:spPr/>
    </dgm:pt>
    <dgm:pt modelId="{F1E43815-5402-4388-8EA4-6CFD50D37DBB}" type="pres">
      <dgm:prSet presAssocID="{19DD1A80-F7D5-43D8-98C0-3BE048B8B989}" presName="ParentBackground" presStyleLbl="fgAcc1" presStyleIdx="0" presStyleCnt="6"/>
      <dgm:spPr/>
    </dgm:pt>
    <dgm:pt modelId="{A55B1160-26CA-437D-B669-5827BC07D601}" type="pres">
      <dgm:prSet presAssocID="{19DD1A80-F7D5-43D8-98C0-3BE048B8B989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9C9501E4-333B-4DE6-A6D4-7E40D2CB1F7C}" type="pres">
      <dgm:prSet presAssocID="{F0F0B819-2EF4-4CE7-85FD-0D40C4258B1E}" presName="Accent5" presStyleCnt="0"/>
      <dgm:spPr/>
    </dgm:pt>
    <dgm:pt modelId="{5D08BBC3-9CE3-4F8A-A248-7F98CBAF569D}" type="pres">
      <dgm:prSet presAssocID="{F0F0B819-2EF4-4CE7-85FD-0D40C4258B1E}" presName="Accent" presStyleLbl="node1" presStyleIdx="1" presStyleCnt="6"/>
      <dgm:spPr/>
    </dgm:pt>
    <dgm:pt modelId="{D8B354B6-8A70-4FFA-ABF2-DF931A0F5239}" type="pres">
      <dgm:prSet presAssocID="{F0F0B819-2EF4-4CE7-85FD-0D40C4258B1E}" presName="ParentBackground5" presStyleCnt="0"/>
      <dgm:spPr/>
    </dgm:pt>
    <dgm:pt modelId="{05874A7F-8332-4FE0-9266-D133304A7834}" type="pres">
      <dgm:prSet presAssocID="{F0F0B819-2EF4-4CE7-85FD-0D40C4258B1E}" presName="ParentBackground" presStyleLbl="fgAcc1" presStyleIdx="1" presStyleCnt="6"/>
      <dgm:spPr/>
    </dgm:pt>
    <dgm:pt modelId="{0532A768-89A5-49F0-900C-B5265F761D76}" type="pres">
      <dgm:prSet presAssocID="{F0F0B819-2EF4-4CE7-85FD-0D40C4258B1E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760799BC-A7E0-40F3-97BD-DA913A49A56F}" type="pres">
      <dgm:prSet presAssocID="{8EE58CB2-44A8-49D9-AF00-4669AFFE7C47}" presName="Accent4" presStyleCnt="0"/>
      <dgm:spPr/>
    </dgm:pt>
    <dgm:pt modelId="{1299CC95-521F-424F-A8D2-BA4798AC8BBB}" type="pres">
      <dgm:prSet presAssocID="{8EE58CB2-44A8-49D9-AF00-4669AFFE7C47}" presName="Accent" presStyleLbl="node1" presStyleIdx="2" presStyleCnt="6"/>
      <dgm:spPr>
        <a:solidFill>
          <a:schemeClr val="bg2"/>
        </a:solidFill>
      </dgm:spPr>
    </dgm:pt>
    <dgm:pt modelId="{2BE3A857-612A-4006-93F9-53B2CA6889AB}" type="pres">
      <dgm:prSet presAssocID="{8EE58CB2-44A8-49D9-AF00-4669AFFE7C47}" presName="ParentBackground4" presStyleCnt="0"/>
      <dgm:spPr/>
    </dgm:pt>
    <dgm:pt modelId="{D99BDE44-F5F7-4EF6-A312-9965CDF23642}" type="pres">
      <dgm:prSet presAssocID="{8EE58CB2-44A8-49D9-AF00-4669AFFE7C47}" presName="ParentBackground" presStyleLbl="fgAcc1" presStyleIdx="2" presStyleCnt="6"/>
      <dgm:spPr/>
    </dgm:pt>
    <dgm:pt modelId="{A034395C-268E-4A93-879D-77CAFA024D0B}" type="pres">
      <dgm:prSet presAssocID="{8EE58CB2-44A8-49D9-AF00-4669AFFE7C47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22A52B4D-08A8-4707-8253-D4C7440F33A4}" type="pres">
      <dgm:prSet presAssocID="{5D34F697-6F13-420C-A741-55D3A1E2FC79}" presName="Accent3" presStyleCnt="0"/>
      <dgm:spPr/>
    </dgm:pt>
    <dgm:pt modelId="{9BC86AE8-1879-4276-9718-245865F7D54B}" type="pres">
      <dgm:prSet presAssocID="{5D34F697-6F13-420C-A741-55D3A1E2FC79}" presName="Accent" presStyleLbl="node1" presStyleIdx="3" presStyleCnt="6"/>
      <dgm:spPr/>
    </dgm:pt>
    <dgm:pt modelId="{926DE8DE-0D06-4EFA-B928-7C2332F0EB51}" type="pres">
      <dgm:prSet presAssocID="{5D34F697-6F13-420C-A741-55D3A1E2FC79}" presName="ParentBackground3" presStyleCnt="0"/>
      <dgm:spPr/>
    </dgm:pt>
    <dgm:pt modelId="{195550F5-448A-499A-9091-713287EFEBB3}" type="pres">
      <dgm:prSet presAssocID="{5D34F697-6F13-420C-A741-55D3A1E2FC79}" presName="ParentBackground" presStyleLbl="fgAcc1" presStyleIdx="3" presStyleCnt="6"/>
      <dgm:spPr/>
    </dgm:pt>
    <dgm:pt modelId="{7C50D5D0-4346-4A9F-A35C-161BA92B01F2}" type="pres">
      <dgm:prSet presAssocID="{5D34F697-6F13-420C-A741-55D3A1E2FC79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AFBD67F-C6BE-4377-8E17-A1F4C44CCC1E}" type="pres">
      <dgm:prSet presAssocID="{56A45A1D-5A4F-4CCD-B058-170047D29E96}" presName="Accent2" presStyleCnt="0"/>
      <dgm:spPr/>
    </dgm:pt>
    <dgm:pt modelId="{63FDD9DA-F990-44BC-82E8-CC94A256EA05}" type="pres">
      <dgm:prSet presAssocID="{56A45A1D-5A4F-4CCD-B058-170047D29E96}" presName="Accent" presStyleLbl="node1" presStyleIdx="4" presStyleCnt="6"/>
      <dgm:spPr>
        <a:solidFill>
          <a:schemeClr val="bg2"/>
        </a:solidFill>
      </dgm:spPr>
    </dgm:pt>
    <dgm:pt modelId="{297E5466-BC55-4019-BCAB-294C344D4901}" type="pres">
      <dgm:prSet presAssocID="{56A45A1D-5A4F-4CCD-B058-170047D29E96}" presName="ParentBackground2" presStyleCnt="0"/>
      <dgm:spPr/>
    </dgm:pt>
    <dgm:pt modelId="{EAE0CE1D-E4E1-4F65-A464-DE585CF7DFA5}" type="pres">
      <dgm:prSet presAssocID="{56A45A1D-5A4F-4CCD-B058-170047D29E96}" presName="ParentBackground" presStyleLbl="fgAcc1" presStyleIdx="4" presStyleCnt="6"/>
      <dgm:spPr/>
    </dgm:pt>
    <dgm:pt modelId="{227D42E8-5BC2-4F94-BDBB-DF249B55AAFB}" type="pres">
      <dgm:prSet presAssocID="{56A45A1D-5A4F-4CCD-B058-170047D29E96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1EFD5C8-DA09-41AA-B09E-EC0AEB299E04}" type="pres">
      <dgm:prSet presAssocID="{AED78F82-379A-4B92-A7BC-74ED4418E251}" presName="Accent1" presStyleCnt="0"/>
      <dgm:spPr/>
    </dgm:pt>
    <dgm:pt modelId="{0EED1C59-840B-476E-BC7E-6E973D21CD86}" type="pres">
      <dgm:prSet presAssocID="{AED78F82-379A-4B92-A7BC-74ED4418E251}" presName="Accent" presStyleLbl="node1" presStyleIdx="5" presStyleCnt="6"/>
      <dgm:spPr/>
    </dgm:pt>
    <dgm:pt modelId="{44683408-1F6C-4ADD-A2B8-F4B6588FA2C0}" type="pres">
      <dgm:prSet presAssocID="{AED78F82-379A-4B92-A7BC-74ED4418E251}" presName="ParentBackground1" presStyleCnt="0"/>
      <dgm:spPr/>
    </dgm:pt>
    <dgm:pt modelId="{51DC5737-9C7B-4617-A3DE-6D4677F50618}" type="pres">
      <dgm:prSet presAssocID="{AED78F82-379A-4B92-A7BC-74ED4418E251}" presName="ParentBackground" presStyleLbl="fgAcc1" presStyleIdx="5" presStyleCnt="6"/>
      <dgm:spPr/>
    </dgm:pt>
    <dgm:pt modelId="{A6211A48-6B20-4D30-AFD2-077D61CE11D5}" type="pres">
      <dgm:prSet presAssocID="{AED78F82-379A-4B92-A7BC-74ED4418E251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9B42BF0B-6AFE-453E-974E-B7912EB6A7AC}" type="presOf" srcId="{56A45A1D-5A4F-4CCD-B058-170047D29E96}" destId="{EAE0CE1D-E4E1-4F65-A464-DE585CF7DFA5}" srcOrd="0" destOrd="0" presId="urn:microsoft.com/office/officeart/2011/layout/CircleProcess"/>
    <dgm:cxn modelId="{6F338D15-4669-4445-9D3A-D950AC030997}" srcId="{A82A4645-8424-44B0-A3E1-C3B29C7350AF}" destId="{56A45A1D-5A4F-4CCD-B058-170047D29E96}" srcOrd="1" destOrd="0" parTransId="{B819C7A0-399D-4CA7-95B1-2A439198E611}" sibTransId="{C1A958AD-4973-473D-986E-109864340CCD}"/>
    <dgm:cxn modelId="{B60BD92C-A3DF-41D7-964C-8C8EF01189C2}" type="presOf" srcId="{8EE58CB2-44A8-49D9-AF00-4669AFFE7C47}" destId="{D99BDE44-F5F7-4EF6-A312-9965CDF23642}" srcOrd="0" destOrd="0" presId="urn:microsoft.com/office/officeart/2011/layout/CircleProcess"/>
    <dgm:cxn modelId="{95E4FB6C-4E98-472B-A0A8-88743AA7C130}" type="presOf" srcId="{AED78F82-379A-4B92-A7BC-74ED4418E251}" destId="{A6211A48-6B20-4D30-AFD2-077D61CE11D5}" srcOrd="1" destOrd="0" presId="urn:microsoft.com/office/officeart/2011/layout/CircleProcess"/>
    <dgm:cxn modelId="{460DD151-A988-4C72-A588-6B2D0134CDD9}" srcId="{A82A4645-8424-44B0-A3E1-C3B29C7350AF}" destId="{19DD1A80-F7D5-43D8-98C0-3BE048B8B989}" srcOrd="5" destOrd="0" parTransId="{F54C228F-9A4B-479B-854A-938BA4806D1A}" sibTransId="{05BC3964-20E0-47F0-BA4D-69168E26AFC5}"/>
    <dgm:cxn modelId="{A5E52B74-51C3-4DF1-A1CA-5266CAB9D8B9}" srcId="{A82A4645-8424-44B0-A3E1-C3B29C7350AF}" destId="{F0F0B819-2EF4-4CE7-85FD-0D40C4258B1E}" srcOrd="4" destOrd="0" parTransId="{70EECCA6-FCF5-4F59-B52D-0DFD4B86E319}" sibTransId="{3F90B884-7672-4500-9153-29E528F2471E}"/>
    <dgm:cxn modelId="{DA81467D-3935-4017-A12B-C1729800FFD4}" type="presOf" srcId="{56A45A1D-5A4F-4CCD-B058-170047D29E96}" destId="{227D42E8-5BC2-4F94-BDBB-DF249B55AAFB}" srcOrd="1" destOrd="0" presId="urn:microsoft.com/office/officeart/2011/layout/CircleProcess"/>
    <dgm:cxn modelId="{797ED08C-09D6-464F-8926-3FEDC4E3356F}" srcId="{A82A4645-8424-44B0-A3E1-C3B29C7350AF}" destId="{AED78F82-379A-4B92-A7BC-74ED4418E251}" srcOrd="0" destOrd="0" parTransId="{9495B9EA-FCDE-48B2-8E05-36D546FB3E39}" sibTransId="{413AAB72-C877-4456-9E20-3DD5A17723C5}"/>
    <dgm:cxn modelId="{7CBC658E-0799-49CF-9BC5-F4F0B6C897F0}" type="presOf" srcId="{A82A4645-8424-44B0-A3E1-C3B29C7350AF}" destId="{2CA79D9F-D4BB-4647-8938-7B60ABE35A0D}" srcOrd="0" destOrd="0" presId="urn:microsoft.com/office/officeart/2011/layout/CircleProcess"/>
    <dgm:cxn modelId="{13640199-846B-4281-BA1A-4D667E1DFEEF}" type="presOf" srcId="{AED78F82-379A-4B92-A7BC-74ED4418E251}" destId="{51DC5737-9C7B-4617-A3DE-6D4677F50618}" srcOrd="0" destOrd="0" presId="urn:microsoft.com/office/officeart/2011/layout/CircleProcess"/>
    <dgm:cxn modelId="{D093B1A4-A802-4227-8F9B-AAFC247DA570}" type="presOf" srcId="{19DD1A80-F7D5-43D8-98C0-3BE048B8B989}" destId="{F1E43815-5402-4388-8EA4-6CFD50D37DBB}" srcOrd="0" destOrd="0" presId="urn:microsoft.com/office/officeart/2011/layout/CircleProcess"/>
    <dgm:cxn modelId="{ED0A12AD-D1E9-4EDE-ABF7-DF3A08852834}" type="presOf" srcId="{F0F0B819-2EF4-4CE7-85FD-0D40C4258B1E}" destId="{0532A768-89A5-49F0-900C-B5265F761D76}" srcOrd="1" destOrd="0" presId="urn:microsoft.com/office/officeart/2011/layout/CircleProcess"/>
    <dgm:cxn modelId="{0036CEB9-C7B5-4E74-A084-C7CA2FE21CDE}" type="presOf" srcId="{19DD1A80-F7D5-43D8-98C0-3BE048B8B989}" destId="{A55B1160-26CA-437D-B669-5827BC07D601}" srcOrd="1" destOrd="0" presId="urn:microsoft.com/office/officeart/2011/layout/CircleProcess"/>
    <dgm:cxn modelId="{22171EC4-E559-46D2-9225-D1C0D8CADE0B}" srcId="{A82A4645-8424-44B0-A3E1-C3B29C7350AF}" destId="{8EE58CB2-44A8-49D9-AF00-4669AFFE7C47}" srcOrd="3" destOrd="0" parTransId="{C9CF33A1-0EE7-485E-8EBC-7E9AE3371BB3}" sibTransId="{C7CB534D-57C9-4DBD-89BE-D010E68A4342}"/>
    <dgm:cxn modelId="{CDA325C6-0A96-49C4-89B4-044A7A066284}" srcId="{A82A4645-8424-44B0-A3E1-C3B29C7350AF}" destId="{5D34F697-6F13-420C-A741-55D3A1E2FC79}" srcOrd="2" destOrd="0" parTransId="{1B59C9C1-52E1-40BA-86C5-847429B51E11}" sibTransId="{599C340C-B2C3-4FB4-A2E6-DD519ABC919A}"/>
    <dgm:cxn modelId="{3DBFC9D6-B713-4176-98A0-824A080C12C8}" type="presOf" srcId="{5D34F697-6F13-420C-A741-55D3A1E2FC79}" destId="{7C50D5D0-4346-4A9F-A35C-161BA92B01F2}" srcOrd="1" destOrd="0" presId="urn:microsoft.com/office/officeart/2011/layout/CircleProcess"/>
    <dgm:cxn modelId="{347B4EDD-6F6F-4F1E-A189-C99EF44E3D7F}" type="presOf" srcId="{5D34F697-6F13-420C-A741-55D3A1E2FC79}" destId="{195550F5-448A-499A-9091-713287EFEBB3}" srcOrd="0" destOrd="0" presId="urn:microsoft.com/office/officeart/2011/layout/CircleProcess"/>
    <dgm:cxn modelId="{03A2E9F2-925F-4D60-98BD-582938D9B47C}" type="presOf" srcId="{F0F0B819-2EF4-4CE7-85FD-0D40C4258B1E}" destId="{05874A7F-8332-4FE0-9266-D133304A7834}" srcOrd="0" destOrd="0" presId="urn:microsoft.com/office/officeart/2011/layout/CircleProcess"/>
    <dgm:cxn modelId="{A41E6AFC-2EDC-4771-AD0E-287F1344D5C0}" type="presOf" srcId="{8EE58CB2-44A8-49D9-AF00-4669AFFE7C47}" destId="{A034395C-268E-4A93-879D-77CAFA024D0B}" srcOrd="1" destOrd="0" presId="urn:microsoft.com/office/officeart/2011/layout/CircleProcess"/>
    <dgm:cxn modelId="{028F0227-F963-42C3-99B2-E42EFB1BE4DD}" type="presParOf" srcId="{2CA79D9F-D4BB-4647-8938-7B60ABE35A0D}" destId="{D92325A7-3F3D-4B4A-BADF-A80C381254C0}" srcOrd="0" destOrd="0" presId="urn:microsoft.com/office/officeart/2011/layout/CircleProcess"/>
    <dgm:cxn modelId="{9744FAC9-A129-44FF-91AD-D5A58F2B4494}" type="presParOf" srcId="{D92325A7-3F3D-4B4A-BADF-A80C381254C0}" destId="{3D480364-39D9-48F7-8033-1EEC96CDA77E}" srcOrd="0" destOrd="0" presId="urn:microsoft.com/office/officeart/2011/layout/CircleProcess"/>
    <dgm:cxn modelId="{803BAC70-D358-4F9C-B096-BD5AF9555688}" type="presParOf" srcId="{2CA79D9F-D4BB-4647-8938-7B60ABE35A0D}" destId="{B6AD6255-CF3B-4199-9B5C-3E70F7FA6B74}" srcOrd="1" destOrd="0" presId="urn:microsoft.com/office/officeart/2011/layout/CircleProcess"/>
    <dgm:cxn modelId="{60656817-EFB9-4777-BC26-37255CEB6C01}" type="presParOf" srcId="{B6AD6255-CF3B-4199-9B5C-3E70F7FA6B74}" destId="{F1E43815-5402-4388-8EA4-6CFD50D37DBB}" srcOrd="0" destOrd="0" presId="urn:microsoft.com/office/officeart/2011/layout/CircleProcess"/>
    <dgm:cxn modelId="{52644FFF-00A7-46DA-B8EE-6C883DA97A35}" type="presParOf" srcId="{2CA79D9F-D4BB-4647-8938-7B60ABE35A0D}" destId="{A55B1160-26CA-437D-B669-5827BC07D601}" srcOrd="2" destOrd="0" presId="urn:microsoft.com/office/officeart/2011/layout/CircleProcess"/>
    <dgm:cxn modelId="{9DFA52E9-7393-4C94-AC4F-6F57943A60F7}" type="presParOf" srcId="{2CA79D9F-D4BB-4647-8938-7B60ABE35A0D}" destId="{9C9501E4-333B-4DE6-A6D4-7E40D2CB1F7C}" srcOrd="3" destOrd="0" presId="urn:microsoft.com/office/officeart/2011/layout/CircleProcess"/>
    <dgm:cxn modelId="{1E23910B-7AEC-478D-A2ED-0B85571E93F3}" type="presParOf" srcId="{9C9501E4-333B-4DE6-A6D4-7E40D2CB1F7C}" destId="{5D08BBC3-9CE3-4F8A-A248-7F98CBAF569D}" srcOrd="0" destOrd="0" presId="urn:microsoft.com/office/officeart/2011/layout/CircleProcess"/>
    <dgm:cxn modelId="{FBCAD20F-C5E4-410A-B5CE-4AA70E333FE5}" type="presParOf" srcId="{2CA79D9F-D4BB-4647-8938-7B60ABE35A0D}" destId="{D8B354B6-8A70-4FFA-ABF2-DF931A0F5239}" srcOrd="4" destOrd="0" presId="urn:microsoft.com/office/officeart/2011/layout/CircleProcess"/>
    <dgm:cxn modelId="{C122397B-EAC3-4C38-8D17-C8B99558ABBE}" type="presParOf" srcId="{D8B354B6-8A70-4FFA-ABF2-DF931A0F5239}" destId="{05874A7F-8332-4FE0-9266-D133304A7834}" srcOrd="0" destOrd="0" presId="urn:microsoft.com/office/officeart/2011/layout/CircleProcess"/>
    <dgm:cxn modelId="{8C9CF359-AB97-42C8-913B-775D8E99D6ED}" type="presParOf" srcId="{2CA79D9F-D4BB-4647-8938-7B60ABE35A0D}" destId="{0532A768-89A5-49F0-900C-B5265F761D76}" srcOrd="5" destOrd="0" presId="urn:microsoft.com/office/officeart/2011/layout/CircleProcess"/>
    <dgm:cxn modelId="{41D440F3-B944-47A2-86C4-7839A65FB07B}" type="presParOf" srcId="{2CA79D9F-D4BB-4647-8938-7B60ABE35A0D}" destId="{760799BC-A7E0-40F3-97BD-DA913A49A56F}" srcOrd="6" destOrd="0" presId="urn:microsoft.com/office/officeart/2011/layout/CircleProcess"/>
    <dgm:cxn modelId="{1343BD23-A9E0-4924-A13E-1EC895D4BE0E}" type="presParOf" srcId="{760799BC-A7E0-40F3-97BD-DA913A49A56F}" destId="{1299CC95-521F-424F-A8D2-BA4798AC8BBB}" srcOrd="0" destOrd="0" presId="urn:microsoft.com/office/officeart/2011/layout/CircleProcess"/>
    <dgm:cxn modelId="{1FEBAD0A-8C52-4B06-95D9-A63D7C7A84A6}" type="presParOf" srcId="{2CA79D9F-D4BB-4647-8938-7B60ABE35A0D}" destId="{2BE3A857-612A-4006-93F9-53B2CA6889AB}" srcOrd="7" destOrd="0" presId="urn:microsoft.com/office/officeart/2011/layout/CircleProcess"/>
    <dgm:cxn modelId="{885C8855-F560-40C8-A5EA-D79E828AA03C}" type="presParOf" srcId="{2BE3A857-612A-4006-93F9-53B2CA6889AB}" destId="{D99BDE44-F5F7-4EF6-A312-9965CDF23642}" srcOrd="0" destOrd="0" presId="urn:microsoft.com/office/officeart/2011/layout/CircleProcess"/>
    <dgm:cxn modelId="{664879CF-FC8F-4556-926D-C5825B76B51B}" type="presParOf" srcId="{2CA79D9F-D4BB-4647-8938-7B60ABE35A0D}" destId="{A034395C-268E-4A93-879D-77CAFA024D0B}" srcOrd="8" destOrd="0" presId="urn:microsoft.com/office/officeart/2011/layout/CircleProcess"/>
    <dgm:cxn modelId="{CDF0C51E-79EE-4C15-AD16-CD10CD9FBDFB}" type="presParOf" srcId="{2CA79D9F-D4BB-4647-8938-7B60ABE35A0D}" destId="{22A52B4D-08A8-4707-8253-D4C7440F33A4}" srcOrd="9" destOrd="0" presId="urn:microsoft.com/office/officeart/2011/layout/CircleProcess"/>
    <dgm:cxn modelId="{E4699ACB-610E-4D2D-BE2A-E76FCCFDB223}" type="presParOf" srcId="{22A52B4D-08A8-4707-8253-D4C7440F33A4}" destId="{9BC86AE8-1879-4276-9718-245865F7D54B}" srcOrd="0" destOrd="0" presId="urn:microsoft.com/office/officeart/2011/layout/CircleProcess"/>
    <dgm:cxn modelId="{64F65F3B-7D5D-47D4-8FA9-154FC9B76526}" type="presParOf" srcId="{2CA79D9F-D4BB-4647-8938-7B60ABE35A0D}" destId="{926DE8DE-0D06-4EFA-B928-7C2332F0EB51}" srcOrd="10" destOrd="0" presId="urn:microsoft.com/office/officeart/2011/layout/CircleProcess"/>
    <dgm:cxn modelId="{2B33F83E-8A11-46A8-A2B3-2F2C50EFB23C}" type="presParOf" srcId="{926DE8DE-0D06-4EFA-B928-7C2332F0EB51}" destId="{195550F5-448A-499A-9091-713287EFEBB3}" srcOrd="0" destOrd="0" presId="urn:microsoft.com/office/officeart/2011/layout/CircleProcess"/>
    <dgm:cxn modelId="{0C64E883-A9D1-4432-A424-C3B4D6F88664}" type="presParOf" srcId="{2CA79D9F-D4BB-4647-8938-7B60ABE35A0D}" destId="{7C50D5D0-4346-4A9F-A35C-161BA92B01F2}" srcOrd="11" destOrd="0" presId="urn:microsoft.com/office/officeart/2011/layout/CircleProcess"/>
    <dgm:cxn modelId="{03A28E21-6455-42C6-B750-DFD61A6C0ED0}" type="presParOf" srcId="{2CA79D9F-D4BB-4647-8938-7B60ABE35A0D}" destId="{EAFBD67F-C6BE-4377-8E17-A1F4C44CCC1E}" srcOrd="12" destOrd="0" presId="urn:microsoft.com/office/officeart/2011/layout/CircleProcess"/>
    <dgm:cxn modelId="{24A6573F-BDE4-4D76-A2A6-1A493869888D}" type="presParOf" srcId="{EAFBD67F-C6BE-4377-8E17-A1F4C44CCC1E}" destId="{63FDD9DA-F990-44BC-82E8-CC94A256EA05}" srcOrd="0" destOrd="0" presId="urn:microsoft.com/office/officeart/2011/layout/CircleProcess"/>
    <dgm:cxn modelId="{5D2FD040-3C2C-4315-A251-BD53D30C82C6}" type="presParOf" srcId="{2CA79D9F-D4BB-4647-8938-7B60ABE35A0D}" destId="{297E5466-BC55-4019-BCAB-294C344D4901}" srcOrd="13" destOrd="0" presId="urn:microsoft.com/office/officeart/2011/layout/CircleProcess"/>
    <dgm:cxn modelId="{899DB42F-3D0B-4EF9-A900-19B794421894}" type="presParOf" srcId="{297E5466-BC55-4019-BCAB-294C344D4901}" destId="{EAE0CE1D-E4E1-4F65-A464-DE585CF7DFA5}" srcOrd="0" destOrd="0" presId="urn:microsoft.com/office/officeart/2011/layout/CircleProcess"/>
    <dgm:cxn modelId="{C72864D0-585F-4B6A-84B3-ECE96D18DAA7}" type="presParOf" srcId="{2CA79D9F-D4BB-4647-8938-7B60ABE35A0D}" destId="{227D42E8-5BC2-4F94-BDBB-DF249B55AAFB}" srcOrd="14" destOrd="0" presId="urn:microsoft.com/office/officeart/2011/layout/CircleProcess"/>
    <dgm:cxn modelId="{C1BBF141-602C-46F5-AD0D-D2CB53BE808E}" type="presParOf" srcId="{2CA79D9F-D4BB-4647-8938-7B60ABE35A0D}" destId="{11EFD5C8-DA09-41AA-B09E-EC0AEB299E04}" srcOrd="15" destOrd="0" presId="urn:microsoft.com/office/officeart/2011/layout/CircleProcess"/>
    <dgm:cxn modelId="{1A75A5DC-BD97-4334-8B03-4F9ACE19CD3A}" type="presParOf" srcId="{11EFD5C8-DA09-41AA-B09E-EC0AEB299E04}" destId="{0EED1C59-840B-476E-BC7E-6E973D21CD86}" srcOrd="0" destOrd="0" presId="urn:microsoft.com/office/officeart/2011/layout/CircleProcess"/>
    <dgm:cxn modelId="{D7E37615-3451-4A50-BFBF-0538B9F49283}" type="presParOf" srcId="{2CA79D9F-D4BB-4647-8938-7B60ABE35A0D}" destId="{44683408-1F6C-4ADD-A2B8-F4B6588FA2C0}" srcOrd="16" destOrd="0" presId="urn:microsoft.com/office/officeart/2011/layout/CircleProcess"/>
    <dgm:cxn modelId="{FDD1EA0C-65E6-4898-B43D-C9FB2E5FD98B}" type="presParOf" srcId="{44683408-1F6C-4ADD-A2B8-F4B6588FA2C0}" destId="{51DC5737-9C7B-4617-A3DE-6D4677F50618}" srcOrd="0" destOrd="0" presId="urn:microsoft.com/office/officeart/2011/layout/CircleProcess"/>
    <dgm:cxn modelId="{285EB2E4-1982-4585-B979-FB939F735D14}" type="presParOf" srcId="{2CA79D9F-D4BB-4647-8938-7B60ABE35A0D}" destId="{A6211A48-6B20-4D30-AFD2-077D61CE11D5}" srcOrd="17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B57040-8E0A-4B93-9BCF-453B038EF6BE}" type="doc">
      <dgm:prSet loTypeId="urn:microsoft.com/office/officeart/2008/layout/AlternatingHexagons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484740A7-2AE6-4CD8-A68B-CF9FD5DF2E5B}">
      <dgm:prSet/>
      <dgm:spPr/>
      <dgm:t>
        <a:bodyPr/>
        <a:lstStyle/>
        <a:p>
          <a:r>
            <a:rPr lang="en-US" dirty="0"/>
            <a:t>432 Employees in Total</a:t>
          </a:r>
          <a:endParaRPr lang="en-IN" dirty="0"/>
        </a:p>
      </dgm:t>
    </dgm:pt>
    <dgm:pt modelId="{06121F10-9452-4AC6-B131-353B11B522EB}" type="parTrans" cxnId="{D044510B-1982-4A8B-8E4C-0423A03D03A2}">
      <dgm:prSet/>
      <dgm:spPr/>
      <dgm:t>
        <a:bodyPr/>
        <a:lstStyle/>
        <a:p>
          <a:endParaRPr lang="en-IN"/>
        </a:p>
      </dgm:t>
    </dgm:pt>
    <dgm:pt modelId="{9FA2D572-658C-40AA-8C91-5035EE6C7FE9}" type="sibTrans" cxnId="{D044510B-1982-4A8B-8E4C-0423A03D03A2}">
      <dgm:prSet/>
      <dgm:spPr>
        <a:solidFill>
          <a:schemeClr val="bg1"/>
        </a:solidFill>
      </dgm:spPr>
      <dgm:t>
        <a:bodyPr/>
        <a:lstStyle/>
        <a:p>
          <a:endParaRPr lang="en-IN"/>
        </a:p>
      </dgm:t>
    </dgm:pt>
    <dgm:pt modelId="{A4115F48-9A7B-404A-BD4E-F3B473BEC4D9}">
      <dgm:prSet/>
      <dgm:spPr>
        <a:solidFill>
          <a:schemeClr val="bg2"/>
        </a:solidFill>
      </dgm:spPr>
      <dgm:t>
        <a:bodyPr/>
        <a:lstStyle/>
        <a:p>
          <a:r>
            <a:rPr lang="en-US" dirty="0"/>
            <a:t>45% women</a:t>
          </a:r>
          <a:endParaRPr lang="en-IN" dirty="0"/>
        </a:p>
      </dgm:t>
    </dgm:pt>
    <dgm:pt modelId="{2556F39D-638E-47A9-93B7-BF1ABC3330BF}" type="parTrans" cxnId="{360F195F-8D15-4B64-AF19-DA56170A2A60}">
      <dgm:prSet/>
      <dgm:spPr/>
      <dgm:t>
        <a:bodyPr/>
        <a:lstStyle/>
        <a:p>
          <a:endParaRPr lang="en-IN"/>
        </a:p>
      </dgm:t>
    </dgm:pt>
    <dgm:pt modelId="{8CACB902-0CB4-4603-B41B-2A05077668BD}" type="sibTrans" cxnId="{360F195F-8D15-4B64-AF19-DA56170A2A60}">
      <dgm:prSet/>
      <dgm:spPr>
        <a:solidFill>
          <a:schemeClr val="bg1"/>
        </a:solidFill>
      </dgm:spPr>
      <dgm:t>
        <a:bodyPr/>
        <a:lstStyle/>
        <a:p>
          <a:endParaRPr lang="en-IN"/>
        </a:p>
      </dgm:t>
    </dgm:pt>
    <dgm:pt modelId="{D9E872C4-FF64-4374-BB4D-137C6BAEB2FF}">
      <dgm:prSet/>
      <dgm:spPr>
        <a:solidFill>
          <a:schemeClr val="bg2"/>
        </a:solidFill>
      </dgm:spPr>
      <dgm:t>
        <a:bodyPr/>
        <a:lstStyle/>
        <a:p>
          <a:r>
            <a:rPr lang="en-US"/>
            <a:t>56% teaching faculty</a:t>
          </a:r>
          <a:endParaRPr lang="en-IN"/>
        </a:p>
      </dgm:t>
    </dgm:pt>
    <dgm:pt modelId="{E4111C7F-AAA6-421B-8F22-C2074F42FAD9}" type="parTrans" cxnId="{2ACA86C5-A2C5-43A3-8790-363D3AAFBF0B}">
      <dgm:prSet/>
      <dgm:spPr/>
      <dgm:t>
        <a:bodyPr/>
        <a:lstStyle/>
        <a:p>
          <a:endParaRPr lang="en-IN"/>
        </a:p>
      </dgm:t>
    </dgm:pt>
    <dgm:pt modelId="{FCF5E998-FBE9-4DFB-AD47-11F0C2D7CB35}" type="sibTrans" cxnId="{2ACA86C5-A2C5-43A3-8790-363D3AAFBF0B}">
      <dgm:prSet/>
      <dgm:spPr>
        <a:solidFill>
          <a:schemeClr val="bg1"/>
        </a:solidFill>
      </dgm:spPr>
      <dgm:t>
        <a:bodyPr/>
        <a:lstStyle/>
        <a:p>
          <a:endParaRPr lang="en-IN"/>
        </a:p>
      </dgm:t>
    </dgm:pt>
    <dgm:pt modelId="{CA1DF5CF-18C4-4F65-9F8E-349097910B2A}">
      <dgm:prSet/>
      <dgm:spPr/>
      <dgm:t>
        <a:bodyPr/>
        <a:lstStyle/>
        <a:p>
          <a:r>
            <a:rPr lang="en-US" dirty="0"/>
            <a:t>44% Non-Teaching</a:t>
          </a:r>
          <a:endParaRPr lang="en-IN" dirty="0"/>
        </a:p>
      </dgm:t>
    </dgm:pt>
    <dgm:pt modelId="{484D2044-3DAC-48D5-8DA7-FFF220DFC33B}" type="parTrans" cxnId="{260C8640-5061-419C-8174-F7F9B91915FD}">
      <dgm:prSet/>
      <dgm:spPr/>
      <dgm:t>
        <a:bodyPr/>
        <a:lstStyle/>
        <a:p>
          <a:endParaRPr lang="en-IN"/>
        </a:p>
      </dgm:t>
    </dgm:pt>
    <dgm:pt modelId="{ECAD94FB-56FB-43C1-B5E8-61AF9EF67BD2}" type="sibTrans" cxnId="{260C8640-5061-419C-8174-F7F9B91915FD}">
      <dgm:prSet/>
      <dgm:spPr>
        <a:solidFill>
          <a:schemeClr val="bg1"/>
        </a:solidFill>
      </dgm:spPr>
      <dgm:t>
        <a:bodyPr/>
        <a:lstStyle/>
        <a:p>
          <a:endParaRPr lang="en-IN"/>
        </a:p>
      </dgm:t>
    </dgm:pt>
    <dgm:pt modelId="{7AC6DD7F-AEE1-46AC-A57B-DAFDADBF2F00}" type="pres">
      <dgm:prSet presAssocID="{A9B57040-8E0A-4B93-9BCF-453B038EF6BE}" presName="Name0" presStyleCnt="0">
        <dgm:presLayoutVars>
          <dgm:chMax/>
          <dgm:chPref/>
          <dgm:dir/>
          <dgm:animLvl val="lvl"/>
        </dgm:presLayoutVars>
      </dgm:prSet>
      <dgm:spPr/>
    </dgm:pt>
    <dgm:pt modelId="{364686BF-AC29-4C83-89B0-2A791675E7B8}" type="pres">
      <dgm:prSet presAssocID="{484740A7-2AE6-4CD8-A68B-CF9FD5DF2E5B}" presName="composite" presStyleCnt="0"/>
      <dgm:spPr/>
    </dgm:pt>
    <dgm:pt modelId="{56083C6D-DD5D-430E-9AFD-031159589E06}" type="pres">
      <dgm:prSet presAssocID="{484740A7-2AE6-4CD8-A68B-CF9FD5DF2E5B}" presName="Parent1" presStyleLbl="node1" presStyleIdx="0" presStyleCnt="8">
        <dgm:presLayoutVars>
          <dgm:chMax val="1"/>
          <dgm:chPref val="1"/>
          <dgm:bulletEnabled val="1"/>
        </dgm:presLayoutVars>
      </dgm:prSet>
      <dgm:spPr/>
    </dgm:pt>
    <dgm:pt modelId="{F9F62BBE-5CBA-4005-B99D-2A15D8A65B8A}" type="pres">
      <dgm:prSet presAssocID="{484740A7-2AE6-4CD8-A68B-CF9FD5DF2E5B}" presName="Childtext1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95F73CAE-E86A-48D3-9419-95BE9B4321EA}" type="pres">
      <dgm:prSet presAssocID="{484740A7-2AE6-4CD8-A68B-CF9FD5DF2E5B}" presName="BalanceSpacing" presStyleCnt="0"/>
      <dgm:spPr/>
    </dgm:pt>
    <dgm:pt modelId="{90199ED2-6B9E-45E1-AB8F-C99060038F5E}" type="pres">
      <dgm:prSet presAssocID="{484740A7-2AE6-4CD8-A68B-CF9FD5DF2E5B}" presName="BalanceSpacing1" presStyleCnt="0"/>
      <dgm:spPr/>
    </dgm:pt>
    <dgm:pt modelId="{EC1492E4-2FDD-44DC-B43F-1B83BB70DE30}" type="pres">
      <dgm:prSet presAssocID="{9FA2D572-658C-40AA-8C91-5035EE6C7FE9}" presName="Accent1Text" presStyleLbl="node1" presStyleIdx="1" presStyleCnt="8"/>
      <dgm:spPr/>
    </dgm:pt>
    <dgm:pt modelId="{13B17331-88D0-4CB9-86F5-948692C6E239}" type="pres">
      <dgm:prSet presAssocID="{9FA2D572-658C-40AA-8C91-5035EE6C7FE9}" presName="spaceBetweenRectangles" presStyleCnt="0"/>
      <dgm:spPr/>
    </dgm:pt>
    <dgm:pt modelId="{13973FC3-7A14-4320-AD42-1D6461FF301A}" type="pres">
      <dgm:prSet presAssocID="{A4115F48-9A7B-404A-BD4E-F3B473BEC4D9}" presName="composite" presStyleCnt="0"/>
      <dgm:spPr/>
    </dgm:pt>
    <dgm:pt modelId="{FA1E95D8-8E8B-49FB-8D56-F67C1C1141D6}" type="pres">
      <dgm:prSet presAssocID="{A4115F48-9A7B-404A-BD4E-F3B473BEC4D9}" presName="Parent1" presStyleLbl="node1" presStyleIdx="2" presStyleCnt="8">
        <dgm:presLayoutVars>
          <dgm:chMax val="1"/>
          <dgm:chPref val="1"/>
          <dgm:bulletEnabled val="1"/>
        </dgm:presLayoutVars>
      </dgm:prSet>
      <dgm:spPr/>
    </dgm:pt>
    <dgm:pt modelId="{4E6A8E59-C173-4FF8-8031-1FD9E881BD3B}" type="pres">
      <dgm:prSet presAssocID="{A4115F48-9A7B-404A-BD4E-F3B473BEC4D9}" presName="Childtext1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2A0C727D-BDF7-49D0-8840-73F73A0CB4C5}" type="pres">
      <dgm:prSet presAssocID="{A4115F48-9A7B-404A-BD4E-F3B473BEC4D9}" presName="BalanceSpacing" presStyleCnt="0"/>
      <dgm:spPr/>
    </dgm:pt>
    <dgm:pt modelId="{8DCF7115-864C-4ADE-B229-5A22B0E39F41}" type="pres">
      <dgm:prSet presAssocID="{A4115F48-9A7B-404A-BD4E-F3B473BEC4D9}" presName="BalanceSpacing1" presStyleCnt="0"/>
      <dgm:spPr/>
    </dgm:pt>
    <dgm:pt modelId="{C5E8B9F3-C139-441B-911F-3BFB3CF0B425}" type="pres">
      <dgm:prSet presAssocID="{8CACB902-0CB4-4603-B41B-2A05077668BD}" presName="Accent1Text" presStyleLbl="node1" presStyleIdx="3" presStyleCnt="8"/>
      <dgm:spPr/>
    </dgm:pt>
    <dgm:pt modelId="{B498AE94-2188-43C0-A8B4-A500E909C6E1}" type="pres">
      <dgm:prSet presAssocID="{8CACB902-0CB4-4603-B41B-2A05077668BD}" presName="spaceBetweenRectangles" presStyleCnt="0"/>
      <dgm:spPr/>
    </dgm:pt>
    <dgm:pt modelId="{5F10F353-6373-4DA7-991F-5046E4DE0378}" type="pres">
      <dgm:prSet presAssocID="{D9E872C4-FF64-4374-BB4D-137C6BAEB2FF}" presName="composite" presStyleCnt="0"/>
      <dgm:spPr/>
    </dgm:pt>
    <dgm:pt modelId="{0AA487BB-74FC-4756-9CD5-F290C2971B95}" type="pres">
      <dgm:prSet presAssocID="{D9E872C4-FF64-4374-BB4D-137C6BAEB2FF}" presName="Parent1" presStyleLbl="node1" presStyleIdx="4" presStyleCnt="8">
        <dgm:presLayoutVars>
          <dgm:chMax val="1"/>
          <dgm:chPref val="1"/>
          <dgm:bulletEnabled val="1"/>
        </dgm:presLayoutVars>
      </dgm:prSet>
      <dgm:spPr/>
    </dgm:pt>
    <dgm:pt modelId="{F22DD7FE-038F-4E28-A2F2-3E568BB0CC28}" type="pres">
      <dgm:prSet presAssocID="{D9E872C4-FF64-4374-BB4D-137C6BAEB2FF}" presName="Childtext1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59EAF3B2-C7B5-4376-9426-1E8AB3A5B2E0}" type="pres">
      <dgm:prSet presAssocID="{D9E872C4-FF64-4374-BB4D-137C6BAEB2FF}" presName="BalanceSpacing" presStyleCnt="0"/>
      <dgm:spPr/>
    </dgm:pt>
    <dgm:pt modelId="{B407DE7F-A184-41C2-9E55-456152061CF1}" type="pres">
      <dgm:prSet presAssocID="{D9E872C4-FF64-4374-BB4D-137C6BAEB2FF}" presName="BalanceSpacing1" presStyleCnt="0"/>
      <dgm:spPr/>
    </dgm:pt>
    <dgm:pt modelId="{3284B9CC-5F80-4E30-9E01-F134792B7D3B}" type="pres">
      <dgm:prSet presAssocID="{FCF5E998-FBE9-4DFB-AD47-11F0C2D7CB35}" presName="Accent1Text" presStyleLbl="node1" presStyleIdx="5" presStyleCnt="8"/>
      <dgm:spPr/>
    </dgm:pt>
    <dgm:pt modelId="{16B2F3BA-C8A9-41CE-83BE-E69D054E4B6F}" type="pres">
      <dgm:prSet presAssocID="{FCF5E998-FBE9-4DFB-AD47-11F0C2D7CB35}" presName="spaceBetweenRectangles" presStyleCnt="0"/>
      <dgm:spPr/>
    </dgm:pt>
    <dgm:pt modelId="{F31ED5B7-9D37-4945-A415-454004C1AFC3}" type="pres">
      <dgm:prSet presAssocID="{CA1DF5CF-18C4-4F65-9F8E-349097910B2A}" presName="composite" presStyleCnt="0"/>
      <dgm:spPr/>
    </dgm:pt>
    <dgm:pt modelId="{91D0B136-2CE3-4910-91BE-9622B35AD253}" type="pres">
      <dgm:prSet presAssocID="{CA1DF5CF-18C4-4F65-9F8E-349097910B2A}" presName="Parent1" presStyleLbl="node1" presStyleIdx="6" presStyleCnt="8">
        <dgm:presLayoutVars>
          <dgm:chMax val="1"/>
          <dgm:chPref val="1"/>
          <dgm:bulletEnabled val="1"/>
        </dgm:presLayoutVars>
      </dgm:prSet>
      <dgm:spPr/>
    </dgm:pt>
    <dgm:pt modelId="{C74C0A64-DE51-4F0E-A8B8-3C8915EDF6A0}" type="pres">
      <dgm:prSet presAssocID="{CA1DF5CF-18C4-4F65-9F8E-349097910B2A}" presName="Childtext1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1CDAA605-AB2E-4276-B073-E99894AD6006}" type="pres">
      <dgm:prSet presAssocID="{CA1DF5CF-18C4-4F65-9F8E-349097910B2A}" presName="BalanceSpacing" presStyleCnt="0"/>
      <dgm:spPr/>
    </dgm:pt>
    <dgm:pt modelId="{4521329E-3A57-4D01-A68C-F9BE19B1507E}" type="pres">
      <dgm:prSet presAssocID="{CA1DF5CF-18C4-4F65-9F8E-349097910B2A}" presName="BalanceSpacing1" presStyleCnt="0"/>
      <dgm:spPr/>
    </dgm:pt>
    <dgm:pt modelId="{5533A418-C660-428C-9264-862B36DC96DD}" type="pres">
      <dgm:prSet presAssocID="{ECAD94FB-56FB-43C1-B5E8-61AF9EF67BD2}" presName="Accent1Text" presStyleLbl="node1" presStyleIdx="7" presStyleCnt="8"/>
      <dgm:spPr/>
    </dgm:pt>
  </dgm:ptLst>
  <dgm:cxnLst>
    <dgm:cxn modelId="{D044510B-1982-4A8B-8E4C-0423A03D03A2}" srcId="{A9B57040-8E0A-4B93-9BCF-453B038EF6BE}" destId="{484740A7-2AE6-4CD8-A68B-CF9FD5DF2E5B}" srcOrd="0" destOrd="0" parTransId="{06121F10-9452-4AC6-B131-353B11B522EB}" sibTransId="{9FA2D572-658C-40AA-8C91-5035EE6C7FE9}"/>
    <dgm:cxn modelId="{94FEE13A-9CD2-45AA-AC63-E865D68A8149}" type="presOf" srcId="{9FA2D572-658C-40AA-8C91-5035EE6C7FE9}" destId="{EC1492E4-2FDD-44DC-B43F-1B83BB70DE30}" srcOrd="0" destOrd="0" presId="urn:microsoft.com/office/officeart/2008/layout/AlternatingHexagons"/>
    <dgm:cxn modelId="{260C8640-5061-419C-8174-F7F9B91915FD}" srcId="{A9B57040-8E0A-4B93-9BCF-453B038EF6BE}" destId="{CA1DF5CF-18C4-4F65-9F8E-349097910B2A}" srcOrd="3" destOrd="0" parTransId="{484D2044-3DAC-48D5-8DA7-FFF220DFC33B}" sibTransId="{ECAD94FB-56FB-43C1-B5E8-61AF9EF67BD2}"/>
    <dgm:cxn modelId="{360F195F-8D15-4B64-AF19-DA56170A2A60}" srcId="{A9B57040-8E0A-4B93-9BCF-453B038EF6BE}" destId="{A4115F48-9A7B-404A-BD4E-F3B473BEC4D9}" srcOrd="1" destOrd="0" parTransId="{2556F39D-638E-47A9-93B7-BF1ABC3330BF}" sibTransId="{8CACB902-0CB4-4603-B41B-2A05077668BD}"/>
    <dgm:cxn modelId="{62294E68-2BD9-4D2A-8401-5AEBE1F579BA}" type="presOf" srcId="{484740A7-2AE6-4CD8-A68B-CF9FD5DF2E5B}" destId="{56083C6D-DD5D-430E-9AFD-031159589E06}" srcOrd="0" destOrd="0" presId="urn:microsoft.com/office/officeart/2008/layout/AlternatingHexagons"/>
    <dgm:cxn modelId="{6A35DA69-BC6C-40FC-AD9E-81BC1A525B0B}" type="presOf" srcId="{8CACB902-0CB4-4603-B41B-2A05077668BD}" destId="{C5E8B9F3-C139-441B-911F-3BFB3CF0B425}" srcOrd="0" destOrd="0" presId="urn:microsoft.com/office/officeart/2008/layout/AlternatingHexagons"/>
    <dgm:cxn modelId="{F1915056-48C6-4BCB-B6D8-2B87D3B4D3D7}" type="presOf" srcId="{A4115F48-9A7B-404A-BD4E-F3B473BEC4D9}" destId="{FA1E95D8-8E8B-49FB-8D56-F67C1C1141D6}" srcOrd="0" destOrd="0" presId="urn:microsoft.com/office/officeart/2008/layout/AlternatingHexagons"/>
    <dgm:cxn modelId="{4D63B077-31A6-4900-A5EE-430490F0FF01}" type="presOf" srcId="{CA1DF5CF-18C4-4F65-9F8E-349097910B2A}" destId="{91D0B136-2CE3-4910-91BE-9622B35AD253}" srcOrd="0" destOrd="0" presId="urn:microsoft.com/office/officeart/2008/layout/AlternatingHexagons"/>
    <dgm:cxn modelId="{18BC395A-C0A5-4C9C-87EC-029585CDF9C2}" type="presOf" srcId="{FCF5E998-FBE9-4DFB-AD47-11F0C2D7CB35}" destId="{3284B9CC-5F80-4E30-9E01-F134792B7D3B}" srcOrd="0" destOrd="0" presId="urn:microsoft.com/office/officeart/2008/layout/AlternatingHexagons"/>
    <dgm:cxn modelId="{473B5B88-C93A-4DD4-9045-60870F159562}" type="presOf" srcId="{A9B57040-8E0A-4B93-9BCF-453B038EF6BE}" destId="{7AC6DD7F-AEE1-46AC-A57B-DAFDADBF2F00}" srcOrd="0" destOrd="0" presId="urn:microsoft.com/office/officeart/2008/layout/AlternatingHexagons"/>
    <dgm:cxn modelId="{BD0E548D-4E97-444F-99ED-33365BB23F60}" type="presOf" srcId="{ECAD94FB-56FB-43C1-B5E8-61AF9EF67BD2}" destId="{5533A418-C660-428C-9264-862B36DC96DD}" srcOrd="0" destOrd="0" presId="urn:microsoft.com/office/officeart/2008/layout/AlternatingHexagons"/>
    <dgm:cxn modelId="{86B72BBC-E8EC-4774-8FAB-77A35255EFB3}" type="presOf" srcId="{D9E872C4-FF64-4374-BB4D-137C6BAEB2FF}" destId="{0AA487BB-74FC-4756-9CD5-F290C2971B95}" srcOrd="0" destOrd="0" presId="urn:microsoft.com/office/officeart/2008/layout/AlternatingHexagons"/>
    <dgm:cxn modelId="{2ACA86C5-A2C5-43A3-8790-363D3AAFBF0B}" srcId="{A9B57040-8E0A-4B93-9BCF-453B038EF6BE}" destId="{D9E872C4-FF64-4374-BB4D-137C6BAEB2FF}" srcOrd="2" destOrd="0" parTransId="{E4111C7F-AAA6-421B-8F22-C2074F42FAD9}" sibTransId="{FCF5E998-FBE9-4DFB-AD47-11F0C2D7CB35}"/>
    <dgm:cxn modelId="{47EBC118-A5F8-424F-9847-06A3EBF33918}" type="presParOf" srcId="{7AC6DD7F-AEE1-46AC-A57B-DAFDADBF2F00}" destId="{364686BF-AC29-4C83-89B0-2A791675E7B8}" srcOrd="0" destOrd="0" presId="urn:microsoft.com/office/officeart/2008/layout/AlternatingHexagons"/>
    <dgm:cxn modelId="{1FECE159-A144-44CF-861C-3807D7EEF8FE}" type="presParOf" srcId="{364686BF-AC29-4C83-89B0-2A791675E7B8}" destId="{56083C6D-DD5D-430E-9AFD-031159589E06}" srcOrd="0" destOrd="0" presId="urn:microsoft.com/office/officeart/2008/layout/AlternatingHexagons"/>
    <dgm:cxn modelId="{8F59B12D-2F49-4A56-817D-0058AC530078}" type="presParOf" srcId="{364686BF-AC29-4C83-89B0-2A791675E7B8}" destId="{F9F62BBE-5CBA-4005-B99D-2A15D8A65B8A}" srcOrd="1" destOrd="0" presId="urn:microsoft.com/office/officeart/2008/layout/AlternatingHexagons"/>
    <dgm:cxn modelId="{9F65D8CE-AE36-4202-893E-F699B6CAA920}" type="presParOf" srcId="{364686BF-AC29-4C83-89B0-2A791675E7B8}" destId="{95F73CAE-E86A-48D3-9419-95BE9B4321EA}" srcOrd="2" destOrd="0" presId="urn:microsoft.com/office/officeart/2008/layout/AlternatingHexagons"/>
    <dgm:cxn modelId="{2148DC43-792E-4DC5-B49D-96A519A7B7B2}" type="presParOf" srcId="{364686BF-AC29-4C83-89B0-2A791675E7B8}" destId="{90199ED2-6B9E-45E1-AB8F-C99060038F5E}" srcOrd="3" destOrd="0" presId="urn:microsoft.com/office/officeart/2008/layout/AlternatingHexagons"/>
    <dgm:cxn modelId="{B7E0020C-FD39-4D27-8239-42F26B658614}" type="presParOf" srcId="{364686BF-AC29-4C83-89B0-2A791675E7B8}" destId="{EC1492E4-2FDD-44DC-B43F-1B83BB70DE30}" srcOrd="4" destOrd="0" presId="urn:microsoft.com/office/officeart/2008/layout/AlternatingHexagons"/>
    <dgm:cxn modelId="{1AC9C53C-CC96-43B9-8B9C-1D7702B30BC9}" type="presParOf" srcId="{7AC6DD7F-AEE1-46AC-A57B-DAFDADBF2F00}" destId="{13B17331-88D0-4CB9-86F5-948692C6E239}" srcOrd="1" destOrd="0" presId="urn:microsoft.com/office/officeart/2008/layout/AlternatingHexagons"/>
    <dgm:cxn modelId="{C68DF93F-029E-45CD-9EF3-1E5D2C0B9A81}" type="presParOf" srcId="{7AC6DD7F-AEE1-46AC-A57B-DAFDADBF2F00}" destId="{13973FC3-7A14-4320-AD42-1D6461FF301A}" srcOrd="2" destOrd="0" presId="urn:microsoft.com/office/officeart/2008/layout/AlternatingHexagons"/>
    <dgm:cxn modelId="{0418EDE6-6F16-4C33-9539-933224A17FE0}" type="presParOf" srcId="{13973FC3-7A14-4320-AD42-1D6461FF301A}" destId="{FA1E95D8-8E8B-49FB-8D56-F67C1C1141D6}" srcOrd="0" destOrd="0" presId="urn:microsoft.com/office/officeart/2008/layout/AlternatingHexagons"/>
    <dgm:cxn modelId="{40113C14-7549-4F5A-A132-53F93D65D623}" type="presParOf" srcId="{13973FC3-7A14-4320-AD42-1D6461FF301A}" destId="{4E6A8E59-C173-4FF8-8031-1FD9E881BD3B}" srcOrd="1" destOrd="0" presId="urn:microsoft.com/office/officeart/2008/layout/AlternatingHexagons"/>
    <dgm:cxn modelId="{EEDC8388-107A-4DFC-B124-5877BC40F314}" type="presParOf" srcId="{13973FC3-7A14-4320-AD42-1D6461FF301A}" destId="{2A0C727D-BDF7-49D0-8840-73F73A0CB4C5}" srcOrd="2" destOrd="0" presId="urn:microsoft.com/office/officeart/2008/layout/AlternatingHexagons"/>
    <dgm:cxn modelId="{08FCA9AC-AA87-423E-AC9A-F7A5AFC0BED3}" type="presParOf" srcId="{13973FC3-7A14-4320-AD42-1D6461FF301A}" destId="{8DCF7115-864C-4ADE-B229-5A22B0E39F41}" srcOrd="3" destOrd="0" presId="urn:microsoft.com/office/officeart/2008/layout/AlternatingHexagons"/>
    <dgm:cxn modelId="{A039D988-856A-4053-BD1B-1AEF289ACB2B}" type="presParOf" srcId="{13973FC3-7A14-4320-AD42-1D6461FF301A}" destId="{C5E8B9F3-C139-441B-911F-3BFB3CF0B425}" srcOrd="4" destOrd="0" presId="urn:microsoft.com/office/officeart/2008/layout/AlternatingHexagons"/>
    <dgm:cxn modelId="{8508832F-9DA4-45A2-AB10-032E043C1C0B}" type="presParOf" srcId="{7AC6DD7F-AEE1-46AC-A57B-DAFDADBF2F00}" destId="{B498AE94-2188-43C0-A8B4-A500E909C6E1}" srcOrd="3" destOrd="0" presId="urn:microsoft.com/office/officeart/2008/layout/AlternatingHexagons"/>
    <dgm:cxn modelId="{C34A1A27-6DB1-4AE1-BCF4-960C6EEDB60C}" type="presParOf" srcId="{7AC6DD7F-AEE1-46AC-A57B-DAFDADBF2F00}" destId="{5F10F353-6373-4DA7-991F-5046E4DE0378}" srcOrd="4" destOrd="0" presId="urn:microsoft.com/office/officeart/2008/layout/AlternatingHexagons"/>
    <dgm:cxn modelId="{8F167A59-68AB-4824-A677-5C7CF12407F4}" type="presParOf" srcId="{5F10F353-6373-4DA7-991F-5046E4DE0378}" destId="{0AA487BB-74FC-4756-9CD5-F290C2971B95}" srcOrd="0" destOrd="0" presId="urn:microsoft.com/office/officeart/2008/layout/AlternatingHexagons"/>
    <dgm:cxn modelId="{71A817E5-A05F-4118-BFC7-A950DB2D5368}" type="presParOf" srcId="{5F10F353-6373-4DA7-991F-5046E4DE0378}" destId="{F22DD7FE-038F-4E28-A2F2-3E568BB0CC28}" srcOrd="1" destOrd="0" presId="urn:microsoft.com/office/officeart/2008/layout/AlternatingHexagons"/>
    <dgm:cxn modelId="{F6157C35-F0CA-40F9-BDC9-F4E27399571A}" type="presParOf" srcId="{5F10F353-6373-4DA7-991F-5046E4DE0378}" destId="{59EAF3B2-C7B5-4376-9426-1E8AB3A5B2E0}" srcOrd="2" destOrd="0" presId="urn:microsoft.com/office/officeart/2008/layout/AlternatingHexagons"/>
    <dgm:cxn modelId="{40C382C1-F168-4FA2-838E-02E3CCFF7C12}" type="presParOf" srcId="{5F10F353-6373-4DA7-991F-5046E4DE0378}" destId="{B407DE7F-A184-41C2-9E55-456152061CF1}" srcOrd="3" destOrd="0" presId="urn:microsoft.com/office/officeart/2008/layout/AlternatingHexagons"/>
    <dgm:cxn modelId="{ED647F13-91CC-4040-A5C7-C7B5B49C4466}" type="presParOf" srcId="{5F10F353-6373-4DA7-991F-5046E4DE0378}" destId="{3284B9CC-5F80-4E30-9E01-F134792B7D3B}" srcOrd="4" destOrd="0" presId="urn:microsoft.com/office/officeart/2008/layout/AlternatingHexagons"/>
    <dgm:cxn modelId="{D6E595CA-7E74-4AD8-8E89-7358465F9C84}" type="presParOf" srcId="{7AC6DD7F-AEE1-46AC-A57B-DAFDADBF2F00}" destId="{16B2F3BA-C8A9-41CE-83BE-E69D054E4B6F}" srcOrd="5" destOrd="0" presId="urn:microsoft.com/office/officeart/2008/layout/AlternatingHexagons"/>
    <dgm:cxn modelId="{E618B2CF-83C1-4F67-979D-511700685F8A}" type="presParOf" srcId="{7AC6DD7F-AEE1-46AC-A57B-DAFDADBF2F00}" destId="{F31ED5B7-9D37-4945-A415-454004C1AFC3}" srcOrd="6" destOrd="0" presId="urn:microsoft.com/office/officeart/2008/layout/AlternatingHexagons"/>
    <dgm:cxn modelId="{1D1342F5-5499-4F2E-A1AE-A732B68ACCC8}" type="presParOf" srcId="{F31ED5B7-9D37-4945-A415-454004C1AFC3}" destId="{91D0B136-2CE3-4910-91BE-9622B35AD253}" srcOrd="0" destOrd="0" presId="urn:microsoft.com/office/officeart/2008/layout/AlternatingHexagons"/>
    <dgm:cxn modelId="{12BBEB30-AAD8-4D4A-99F4-E24E5814B885}" type="presParOf" srcId="{F31ED5B7-9D37-4945-A415-454004C1AFC3}" destId="{C74C0A64-DE51-4F0E-A8B8-3C8915EDF6A0}" srcOrd="1" destOrd="0" presId="urn:microsoft.com/office/officeart/2008/layout/AlternatingHexagons"/>
    <dgm:cxn modelId="{678479B7-3740-46D8-BBC4-351C75F54060}" type="presParOf" srcId="{F31ED5B7-9D37-4945-A415-454004C1AFC3}" destId="{1CDAA605-AB2E-4276-B073-E99894AD6006}" srcOrd="2" destOrd="0" presId="urn:microsoft.com/office/officeart/2008/layout/AlternatingHexagons"/>
    <dgm:cxn modelId="{DE1F2DF9-26EA-40A2-A179-808933CAEB8B}" type="presParOf" srcId="{F31ED5B7-9D37-4945-A415-454004C1AFC3}" destId="{4521329E-3A57-4D01-A68C-F9BE19B1507E}" srcOrd="3" destOrd="0" presId="urn:microsoft.com/office/officeart/2008/layout/AlternatingHexagons"/>
    <dgm:cxn modelId="{86CCAF78-F887-48ED-8F79-CA3C4F9E7F81}" type="presParOf" srcId="{F31ED5B7-9D37-4945-A415-454004C1AFC3}" destId="{5533A418-C660-428C-9264-862B36DC96DD}" srcOrd="4" destOrd="0" presId="urn:microsoft.com/office/officeart/2008/layout/AlternatingHexagons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A6A29C-D864-4B9A-A135-9543125FDBE9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68862B9-8EC3-4ADC-9EC5-5DB1CD374718}">
      <dgm:prSet custT="1"/>
      <dgm:spPr>
        <a:solidFill>
          <a:schemeClr val="bg2"/>
        </a:solidFill>
      </dgm:spPr>
      <dgm:t>
        <a:bodyPr/>
        <a:lstStyle/>
        <a:p>
          <a:r>
            <a:rPr lang="en-IN" sz="2000" dirty="0"/>
            <a:t>No Cost-cutting measures</a:t>
          </a:r>
          <a:endParaRPr lang="en-IN" sz="1000" dirty="0"/>
        </a:p>
      </dgm:t>
    </dgm:pt>
    <dgm:pt modelId="{B60482F6-2EAD-4D98-8A95-F089ECD729B6}" type="parTrans" cxnId="{07CD9A94-6A0D-4E15-BBDA-5B41F4019DA5}">
      <dgm:prSet/>
      <dgm:spPr/>
      <dgm:t>
        <a:bodyPr/>
        <a:lstStyle/>
        <a:p>
          <a:endParaRPr lang="en-IN" sz="4800"/>
        </a:p>
      </dgm:t>
    </dgm:pt>
    <dgm:pt modelId="{2547EABB-84BB-4F45-AC4E-EE63EBF94E1D}" type="sibTrans" cxnId="{07CD9A94-6A0D-4E15-BBDA-5B41F4019DA5}">
      <dgm:prSet/>
      <dgm:spPr/>
      <dgm:t>
        <a:bodyPr/>
        <a:lstStyle/>
        <a:p>
          <a:endParaRPr lang="en-IN" sz="4800"/>
        </a:p>
      </dgm:t>
    </dgm:pt>
    <dgm:pt modelId="{6E8C25AE-69F8-40A0-AD3F-BE5161D01F76}">
      <dgm:prSet custT="1"/>
      <dgm:spPr>
        <a:solidFill>
          <a:schemeClr val="bg1"/>
        </a:solidFill>
      </dgm:spPr>
      <dgm:t>
        <a:bodyPr/>
        <a:lstStyle/>
        <a:p>
          <a:r>
            <a:rPr lang="en-US" sz="1800" dirty="0"/>
            <a:t>Programmes to keep employee happy always</a:t>
          </a:r>
          <a:endParaRPr lang="en-IN" sz="1800" dirty="0"/>
        </a:p>
      </dgm:t>
    </dgm:pt>
    <dgm:pt modelId="{52221F4E-FBE4-450A-9A44-7EBE85E5F02F}" type="parTrans" cxnId="{CFC21BF8-29ED-4714-8A5B-CFD9984BF552}">
      <dgm:prSet/>
      <dgm:spPr/>
      <dgm:t>
        <a:bodyPr/>
        <a:lstStyle/>
        <a:p>
          <a:endParaRPr lang="en-IN" sz="4800"/>
        </a:p>
      </dgm:t>
    </dgm:pt>
    <dgm:pt modelId="{5E159C78-E612-4F56-8017-668EF9CD24A9}" type="sibTrans" cxnId="{CFC21BF8-29ED-4714-8A5B-CFD9984BF552}">
      <dgm:prSet/>
      <dgm:spPr/>
      <dgm:t>
        <a:bodyPr/>
        <a:lstStyle/>
        <a:p>
          <a:endParaRPr lang="en-IN" sz="4800"/>
        </a:p>
      </dgm:t>
    </dgm:pt>
    <dgm:pt modelId="{EBD79E2A-E742-454B-BB23-231A836CE46E}">
      <dgm:prSet custT="1"/>
      <dgm:spPr>
        <a:solidFill>
          <a:schemeClr val="bg2"/>
        </a:solidFill>
      </dgm:spPr>
      <dgm:t>
        <a:bodyPr/>
        <a:lstStyle/>
        <a:p>
          <a:r>
            <a:rPr lang="en-IN" sz="2000" dirty="0"/>
            <a:t>Fun Events</a:t>
          </a:r>
        </a:p>
        <a:p>
          <a:r>
            <a:rPr lang="en-IN" sz="2000" dirty="0"/>
            <a:t>For all</a:t>
          </a:r>
        </a:p>
      </dgm:t>
    </dgm:pt>
    <dgm:pt modelId="{EFCBFA9B-64B9-4D4C-8ED5-DDF84C9DA49F}" type="parTrans" cxnId="{2B5B8B02-0C27-428E-9C96-A4E8344E7DCA}">
      <dgm:prSet/>
      <dgm:spPr/>
      <dgm:t>
        <a:bodyPr/>
        <a:lstStyle/>
        <a:p>
          <a:endParaRPr lang="en-IN" sz="4800"/>
        </a:p>
      </dgm:t>
    </dgm:pt>
    <dgm:pt modelId="{5CB41C03-DC07-487B-A2E6-3B8B8F9C3610}" type="sibTrans" cxnId="{2B5B8B02-0C27-428E-9C96-A4E8344E7DCA}">
      <dgm:prSet/>
      <dgm:spPr/>
      <dgm:t>
        <a:bodyPr/>
        <a:lstStyle/>
        <a:p>
          <a:endParaRPr lang="en-IN" sz="4800"/>
        </a:p>
      </dgm:t>
    </dgm:pt>
    <dgm:pt modelId="{E2034D84-783C-4A4D-81C1-57D3FB2BF9D4}">
      <dgm:prSet custT="1"/>
      <dgm:spPr>
        <a:solidFill>
          <a:schemeClr val="bg2"/>
        </a:solidFill>
      </dgm:spPr>
      <dgm:t>
        <a:bodyPr/>
        <a:lstStyle/>
        <a:p>
          <a:r>
            <a:rPr lang="en-IN" sz="2000" dirty="0"/>
            <a:t>Active Staff clubs </a:t>
          </a:r>
        </a:p>
        <a:p>
          <a:r>
            <a:rPr lang="en-IN" sz="1000" dirty="0"/>
            <a:t>To stay engaged</a:t>
          </a:r>
        </a:p>
      </dgm:t>
    </dgm:pt>
    <dgm:pt modelId="{B80B75DE-0668-4DF7-A3B3-BD1AB48682FE}" type="parTrans" cxnId="{517D07DC-105E-4816-B366-A57FACFA13FB}">
      <dgm:prSet/>
      <dgm:spPr/>
      <dgm:t>
        <a:bodyPr/>
        <a:lstStyle/>
        <a:p>
          <a:endParaRPr lang="en-IN" sz="4800"/>
        </a:p>
      </dgm:t>
    </dgm:pt>
    <dgm:pt modelId="{CE5C36FC-30F3-4A50-90B3-926EB04BB326}" type="sibTrans" cxnId="{517D07DC-105E-4816-B366-A57FACFA13FB}">
      <dgm:prSet/>
      <dgm:spPr/>
      <dgm:t>
        <a:bodyPr/>
        <a:lstStyle/>
        <a:p>
          <a:endParaRPr lang="en-IN" sz="4800"/>
        </a:p>
      </dgm:t>
    </dgm:pt>
    <dgm:pt modelId="{243C3B5B-951D-4B44-9E9E-19F72C5FC5AB}">
      <dgm:prSet custT="1"/>
      <dgm:spPr/>
      <dgm:t>
        <a:bodyPr/>
        <a:lstStyle/>
        <a:p>
          <a:r>
            <a:rPr lang="en-US" sz="1600" dirty="0"/>
            <a:t>Free accommodation for everyone</a:t>
          </a:r>
          <a:endParaRPr lang="en-IN" sz="1600" dirty="0"/>
        </a:p>
      </dgm:t>
    </dgm:pt>
    <dgm:pt modelId="{FE545AD0-227B-4C77-B2E8-07F94F3032DB}" type="parTrans" cxnId="{5AA4E1C5-7BFA-4935-920B-F8A91FA10949}">
      <dgm:prSet/>
      <dgm:spPr/>
      <dgm:t>
        <a:bodyPr/>
        <a:lstStyle/>
        <a:p>
          <a:endParaRPr lang="en-IN"/>
        </a:p>
      </dgm:t>
    </dgm:pt>
    <dgm:pt modelId="{7EDF9E89-B9CA-40A1-B1C8-6E248EA0FC42}" type="sibTrans" cxnId="{5AA4E1C5-7BFA-4935-920B-F8A91FA10949}">
      <dgm:prSet/>
      <dgm:spPr/>
      <dgm:t>
        <a:bodyPr/>
        <a:lstStyle/>
        <a:p>
          <a:endParaRPr lang="en-IN"/>
        </a:p>
      </dgm:t>
    </dgm:pt>
    <dgm:pt modelId="{0EAC21F8-DAF5-4F33-B1E9-F8CBA49251DC}">
      <dgm:prSet custT="1"/>
      <dgm:spPr>
        <a:solidFill>
          <a:schemeClr val="bg1"/>
        </a:solidFill>
      </dgm:spPr>
      <dgm:t>
        <a:bodyPr/>
        <a:lstStyle/>
        <a:p>
          <a:r>
            <a:rPr lang="en-US" sz="1600" dirty="0"/>
            <a:t>Active recruitment practices</a:t>
          </a:r>
          <a:endParaRPr lang="en-IN" sz="1600" dirty="0"/>
        </a:p>
      </dgm:t>
    </dgm:pt>
    <dgm:pt modelId="{09BFC652-F24C-4458-9685-258A47889944}" type="parTrans" cxnId="{550BCBBE-64AC-4269-9094-243A5220363C}">
      <dgm:prSet/>
      <dgm:spPr/>
      <dgm:t>
        <a:bodyPr/>
        <a:lstStyle/>
        <a:p>
          <a:endParaRPr lang="en-IN"/>
        </a:p>
      </dgm:t>
    </dgm:pt>
    <dgm:pt modelId="{C592F0FA-51F5-4440-B13C-574F387F5804}" type="sibTrans" cxnId="{550BCBBE-64AC-4269-9094-243A5220363C}">
      <dgm:prSet/>
      <dgm:spPr/>
      <dgm:t>
        <a:bodyPr/>
        <a:lstStyle/>
        <a:p>
          <a:endParaRPr lang="en-IN"/>
        </a:p>
      </dgm:t>
    </dgm:pt>
    <dgm:pt modelId="{B69A7702-9AC2-4F30-B848-B7AD2CA7FD33}" type="pres">
      <dgm:prSet presAssocID="{27A6A29C-D864-4B9A-A135-9543125FDBE9}" presName="compositeShape" presStyleCnt="0">
        <dgm:presLayoutVars>
          <dgm:chMax val="7"/>
          <dgm:dir/>
          <dgm:resizeHandles val="exact"/>
        </dgm:presLayoutVars>
      </dgm:prSet>
      <dgm:spPr/>
    </dgm:pt>
    <dgm:pt modelId="{B7F2D45F-7FE5-4EF4-A729-6A878D5CF15D}" type="pres">
      <dgm:prSet presAssocID="{27A6A29C-D864-4B9A-A135-9543125FDBE9}" presName="wedge1" presStyleLbl="node1" presStyleIdx="0" presStyleCnt="6" custLinFactNeighborX="-1810" custLinFactNeighborY="-3088"/>
      <dgm:spPr/>
    </dgm:pt>
    <dgm:pt modelId="{372E6FC3-F7ED-460A-B98D-20A053284C84}" type="pres">
      <dgm:prSet presAssocID="{27A6A29C-D864-4B9A-A135-9543125FDBE9}" presName="wedge1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76D8E861-9497-4061-8698-AFFFD1DA4AFC}" type="pres">
      <dgm:prSet presAssocID="{27A6A29C-D864-4B9A-A135-9543125FDBE9}" presName="wedge2" presStyleLbl="node1" presStyleIdx="1" presStyleCnt="6" custLinFactNeighborX="6287" custLinFactNeighborY="-1211"/>
      <dgm:spPr/>
    </dgm:pt>
    <dgm:pt modelId="{0D501CA1-B761-4DB4-A171-8F1E18B0F941}" type="pres">
      <dgm:prSet presAssocID="{27A6A29C-D864-4B9A-A135-9543125FDBE9}" presName="wedge2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51EDFC90-750A-446A-BCB6-F023818EC21A}" type="pres">
      <dgm:prSet presAssocID="{27A6A29C-D864-4B9A-A135-9543125FDBE9}" presName="wedge3" presStyleLbl="node1" presStyleIdx="2" presStyleCnt="6" custScaleY="110366" custLinFactNeighborX="-3332" custLinFactNeighborY="2251"/>
      <dgm:spPr/>
    </dgm:pt>
    <dgm:pt modelId="{B877921F-8F1F-401D-BF59-5F629A3D4153}" type="pres">
      <dgm:prSet presAssocID="{27A6A29C-D864-4B9A-A135-9543125FDBE9}" presName="wedge3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AAE8489B-23A2-4DF8-BDD5-93EFB8032836}" type="pres">
      <dgm:prSet presAssocID="{27A6A29C-D864-4B9A-A135-9543125FDBE9}" presName="wedge4" presStyleLbl="node1" presStyleIdx="3" presStyleCnt="6" custLinFactNeighborX="-15942" custLinFactNeighborY="7431"/>
      <dgm:spPr/>
    </dgm:pt>
    <dgm:pt modelId="{0D5B3D76-D5F9-4771-9936-7DF9190407F9}" type="pres">
      <dgm:prSet presAssocID="{27A6A29C-D864-4B9A-A135-9543125FDBE9}" presName="wedge4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44E176BD-51FC-4C3B-9F29-DC4004A682F9}" type="pres">
      <dgm:prSet presAssocID="{27A6A29C-D864-4B9A-A135-9543125FDBE9}" presName="wedge5" presStyleLbl="node1" presStyleIdx="4" presStyleCnt="6" custLinFactNeighborX="-18106" custLinFactNeighborY="-3813"/>
      <dgm:spPr/>
    </dgm:pt>
    <dgm:pt modelId="{2EA508C7-921D-4244-9F12-48EA02DA0516}" type="pres">
      <dgm:prSet presAssocID="{27A6A29C-D864-4B9A-A135-9543125FDBE9}" presName="wedge5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0B5AA548-9CD9-4598-8835-A3618D590E45}" type="pres">
      <dgm:prSet presAssocID="{27A6A29C-D864-4B9A-A135-9543125FDBE9}" presName="wedge6" presStyleLbl="node1" presStyleIdx="5" presStyleCnt="6" custLinFactNeighborX="-12196" custLinFactNeighborY="-8243"/>
      <dgm:spPr/>
    </dgm:pt>
    <dgm:pt modelId="{4936FF4B-E5B8-424E-8F26-CF2C0C88052D}" type="pres">
      <dgm:prSet presAssocID="{27A6A29C-D864-4B9A-A135-9543125FDBE9}" presName="wedge6Tx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2B5B8B02-0C27-428E-9C96-A4E8344E7DCA}" srcId="{27A6A29C-D864-4B9A-A135-9543125FDBE9}" destId="{EBD79E2A-E742-454B-BB23-231A836CE46E}" srcOrd="2" destOrd="0" parTransId="{EFCBFA9B-64B9-4D4C-8ED5-DDF84C9DA49F}" sibTransId="{5CB41C03-DC07-487B-A2E6-3B8B8F9C3610}"/>
    <dgm:cxn modelId="{ECFFBD08-6FBF-4D03-A189-BDE974039A61}" type="presOf" srcId="{EBD79E2A-E742-454B-BB23-231A836CE46E}" destId="{B877921F-8F1F-401D-BF59-5F629A3D4153}" srcOrd="1" destOrd="0" presId="urn:microsoft.com/office/officeart/2005/8/layout/chart3"/>
    <dgm:cxn modelId="{FC8C9312-B1B8-465E-8DC4-6E5BD747EDFC}" type="presOf" srcId="{EBD79E2A-E742-454B-BB23-231A836CE46E}" destId="{51EDFC90-750A-446A-BCB6-F023818EC21A}" srcOrd="0" destOrd="0" presId="urn:microsoft.com/office/officeart/2005/8/layout/chart3"/>
    <dgm:cxn modelId="{51829F5F-BCB0-4055-B5A7-61125DB13495}" type="presOf" srcId="{6E8C25AE-69F8-40A0-AD3F-BE5161D01F76}" destId="{76D8E861-9497-4061-8698-AFFFD1DA4AFC}" srcOrd="0" destOrd="0" presId="urn:microsoft.com/office/officeart/2005/8/layout/chart3"/>
    <dgm:cxn modelId="{63BA9A41-07E4-4CC8-B732-E874F5240918}" type="presOf" srcId="{0EAC21F8-DAF5-4F33-B1E9-F8CBA49251DC}" destId="{0B5AA548-9CD9-4598-8835-A3618D590E45}" srcOrd="0" destOrd="0" presId="urn:microsoft.com/office/officeart/2005/8/layout/chart3"/>
    <dgm:cxn modelId="{EA062947-A199-4D67-949A-50A7F26E2E7E}" type="presOf" srcId="{E2034D84-783C-4A4D-81C1-57D3FB2BF9D4}" destId="{44E176BD-51FC-4C3B-9F29-DC4004A682F9}" srcOrd="0" destOrd="0" presId="urn:microsoft.com/office/officeart/2005/8/layout/chart3"/>
    <dgm:cxn modelId="{E13F5353-7052-4DE2-B29A-195029DE56B1}" type="presOf" srcId="{E2034D84-783C-4A4D-81C1-57D3FB2BF9D4}" destId="{2EA508C7-921D-4244-9F12-48EA02DA0516}" srcOrd="1" destOrd="0" presId="urn:microsoft.com/office/officeart/2005/8/layout/chart3"/>
    <dgm:cxn modelId="{45B7DD79-66B9-4F4F-824C-DF75A9A8EE39}" type="presOf" srcId="{6E8C25AE-69F8-40A0-AD3F-BE5161D01F76}" destId="{0D501CA1-B761-4DB4-A171-8F1E18B0F941}" srcOrd="1" destOrd="0" presId="urn:microsoft.com/office/officeart/2005/8/layout/chart3"/>
    <dgm:cxn modelId="{8CC25286-6CBE-4855-AD83-7220AA55B7A8}" type="presOf" srcId="{243C3B5B-951D-4B44-9E9E-19F72C5FC5AB}" destId="{0D5B3D76-D5F9-4771-9936-7DF9190407F9}" srcOrd="1" destOrd="0" presId="urn:microsoft.com/office/officeart/2005/8/layout/chart3"/>
    <dgm:cxn modelId="{07CD9A94-6A0D-4E15-BBDA-5B41F4019DA5}" srcId="{27A6A29C-D864-4B9A-A135-9543125FDBE9}" destId="{C68862B9-8EC3-4ADC-9EC5-5DB1CD374718}" srcOrd="0" destOrd="0" parTransId="{B60482F6-2EAD-4D98-8A95-F089ECD729B6}" sibTransId="{2547EABB-84BB-4F45-AC4E-EE63EBF94E1D}"/>
    <dgm:cxn modelId="{0150569F-F084-4189-8466-9273D1AB8955}" type="presOf" srcId="{C68862B9-8EC3-4ADC-9EC5-5DB1CD374718}" destId="{B7F2D45F-7FE5-4EF4-A729-6A878D5CF15D}" srcOrd="0" destOrd="0" presId="urn:microsoft.com/office/officeart/2005/8/layout/chart3"/>
    <dgm:cxn modelId="{550BCBBE-64AC-4269-9094-243A5220363C}" srcId="{27A6A29C-D864-4B9A-A135-9543125FDBE9}" destId="{0EAC21F8-DAF5-4F33-B1E9-F8CBA49251DC}" srcOrd="5" destOrd="0" parTransId="{09BFC652-F24C-4458-9685-258A47889944}" sibTransId="{C592F0FA-51F5-4440-B13C-574F387F5804}"/>
    <dgm:cxn modelId="{5AA4E1C5-7BFA-4935-920B-F8A91FA10949}" srcId="{27A6A29C-D864-4B9A-A135-9543125FDBE9}" destId="{243C3B5B-951D-4B44-9E9E-19F72C5FC5AB}" srcOrd="3" destOrd="0" parTransId="{FE545AD0-227B-4C77-B2E8-07F94F3032DB}" sibTransId="{7EDF9E89-B9CA-40A1-B1C8-6E248EA0FC42}"/>
    <dgm:cxn modelId="{B2FA88CD-AB07-4E7F-9948-A7D0C2BF59D2}" type="presOf" srcId="{C68862B9-8EC3-4ADC-9EC5-5DB1CD374718}" destId="{372E6FC3-F7ED-460A-B98D-20A053284C84}" srcOrd="1" destOrd="0" presId="urn:microsoft.com/office/officeart/2005/8/layout/chart3"/>
    <dgm:cxn modelId="{AE8E60D3-994C-46C2-8519-AB85A950EC1B}" type="presOf" srcId="{27A6A29C-D864-4B9A-A135-9543125FDBE9}" destId="{B69A7702-9AC2-4F30-B848-B7AD2CA7FD33}" srcOrd="0" destOrd="0" presId="urn:microsoft.com/office/officeart/2005/8/layout/chart3"/>
    <dgm:cxn modelId="{517D07DC-105E-4816-B366-A57FACFA13FB}" srcId="{27A6A29C-D864-4B9A-A135-9543125FDBE9}" destId="{E2034D84-783C-4A4D-81C1-57D3FB2BF9D4}" srcOrd="4" destOrd="0" parTransId="{B80B75DE-0668-4DF7-A3B3-BD1AB48682FE}" sibTransId="{CE5C36FC-30F3-4A50-90B3-926EB04BB326}"/>
    <dgm:cxn modelId="{77FC50E4-4EB6-4918-9490-1864F5B9331C}" type="presOf" srcId="{0EAC21F8-DAF5-4F33-B1E9-F8CBA49251DC}" destId="{4936FF4B-E5B8-424E-8F26-CF2C0C88052D}" srcOrd="1" destOrd="0" presId="urn:microsoft.com/office/officeart/2005/8/layout/chart3"/>
    <dgm:cxn modelId="{CFC21BF8-29ED-4714-8A5B-CFD9984BF552}" srcId="{27A6A29C-D864-4B9A-A135-9543125FDBE9}" destId="{6E8C25AE-69F8-40A0-AD3F-BE5161D01F76}" srcOrd="1" destOrd="0" parTransId="{52221F4E-FBE4-450A-9A44-7EBE85E5F02F}" sibTransId="{5E159C78-E612-4F56-8017-668EF9CD24A9}"/>
    <dgm:cxn modelId="{6CB851F9-5B88-4040-A0B2-0619AA0C7668}" type="presOf" srcId="{243C3B5B-951D-4B44-9E9E-19F72C5FC5AB}" destId="{AAE8489B-23A2-4DF8-BDD5-93EFB8032836}" srcOrd="0" destOrd="0" presId="urn:microsoft.com/office/officeart/2005/8/layout/chart3"/>
    <dgm:cxn modelId="{0353B5CA-DA66-4AA8-B850-9F1F16D7FC55}" type="presParOf" srcId="{B69A7702-9AC2-4F30-B848-B7AD2CA7FD33}" destId="{B7F2D45F-7FE5-4EF4-A729-6A878D5CF15D}" srcOrd="0" destOrd="0" presId="urn:microsoft.com/office/officeart/2005/8/layout/chart3"/>
    <dgm:cxn modelId="{3B1A4C6F-7BCF-464C-9F31-8382CE214994}" type="presParOf" srcId="{B69A7702-9AC2-4F30-B848-B7AD2CA7FD33}" destId="{372E6FC3-F7ED-460A-B98D-20A053284C84}" srcOrd="1" destOrd="0" presId="urn:microsoft.com/office/officeart/2005/8/layout/chart3"/>
    <dgm:cxn modelId="{2746B231-2193-450D-B138-94BF97DEFF55}" type="presParOf" srcId="{B69A7702-9AC2-4F30-B848-B7AD2CA7FD33}" destId="{76D8E861-9497-4061-8698-AFFFD1DA4AFC}" srcOrd="2" destOrd="0" presId="urn:microsoft.com/office/officeart/2005/8/layout/chart3"/>
    <dgm:cxn modelId="{75B000C4-91DD-44CF-BE07-71401AFC676C}" type="presParOf" srcId="{B69A7702-9AC2-4F30-B848-B7AD2CA7FD33}" destId="{0D501CA1-B761-4DB4-A171-8F1E18B0F941}" srcOrd="3" destOrd="0" presId="urn:microsoft.com/office/officeart/2005/8/layout/chart3"/>
    <dgm:cxn modelId="{8FBB0C4B-518C-471E-876D-42A44729AC2D}" type="presParOf" srcId="{B69A7702-9AC2-4F30-B848-B7AD2CA7FD33}" destId="{51EDFC90-750A-446A-BCB6-F023818EC21A}" srcOrd="4" destOrd="0" presId="urn:microsoft.com/office/officeart/2005/8/layout/chart3"/>
    <dgm:cxn modelId="{D4722C76-AEC6-4D4E-A92E-899EAC25D5B7}" type="presParOf" srcId="{B69A7702-9AC2-4F30-B848-B7AD2CA7FD33}" destId="{B877921F-8F1F-401D-BF59-5F629A3D4153}" srcOrd="5" destOrd="0" presId="urn:microsoft.com/office/officeart/2005/8/layout/chart3"/>
    <dgm:cxn modelId="{ACE7FDBF-536D-4A90-B073-C1F8FD6AFA69}" type="presParOf" srcId="{B69A7702-9AC2-4F30-B848-B7AD2CA7FD33}" destId="{AAE8489B-23A2-4DF8-BDD5-93EFB8032836}" srcOrd="6" destOrd="0" presId="urn:microsoft.com/office/officeart/2005/8/layout/chart3"/>
    <dgm:cxn modelId="{7B28DECC-BC74-4EC4-B1B4-B7208FDBCDEF}" type="presParOf" srcId="{B69A7702-9AC2-4F30-B848-B7AD2CA7FD33}" destId="{0D5B3D76-D5F9-4771-9936-7DF9190407F9}" srcOrd="7" destOrd="0" presId="urn:microsoft.com/office/officeart/2005/8/layout/chart3"/>
    <dgm:cxn modelId="{73B8E72A-8991-4AB3-85A8-5BEF6FB84C29}" type="presParOf" srcId="{B69A7702-9AC2-4F30-B848-B7AD2CA7FD33}" destId="{44E176BD-51FC-4C3B-9F29-DC4004A682F9}" srcOrd="8" destOrd="0" presId="urn:microsoft.com/office/officeart/2005/8/layout/chart3"/>
    <dgm:cxn modelId="{7DF5B827-3249-4AE4-A259-627B3E39CCC1}" type="presParOf" srcId="{B69A7702-9AC2-4F30-B848-B7AD2CA7FD33}" destId="{2EA508C7-921D-4244-9F12-48EA02DA0516}" srcOrd="9" destOrd="0" presId="urn:microsoft.com/office/officeart/2005/8/layout/chart3"/>
    <dgm:cxn modelId="{64CEAB8F-6CA2-42E3-AF3B-CB11D27B5084}" type="presParOf" srcId="{B69A7702-9AC2-4F30-B848-B7AD2CA7FD33}" destId="{0B5AA548-9CD9-4598-8835-A3618D590E45}" srcOrd="10" destOrd="0" presId="urn:microsoft.com/office/officeart/2005/8/layout/chart3"/>
    <dgm:cxn modelId="{129E41EC-4483-4071-866F-80C56058AEBD}" type="presParOf" srcId="{B69A7702-9AC2-4F30-B848-B7AD2CA7FD33}" destId="{4936FF4B-E5B8-424E-8F26-CF2C0C88052D}" srcOrd="11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480364-39D9-48F7-8033-1EEC96CDA77E}">
      <dsp:nvSpPr>
        <dsp:cNvPr id="0" name=""/>
        <dsp:cNvSpPr/>
      </dsp:nvSpPr>
      <dsp:spPr>
        <a:xfrm>
          <a:off x="8394302" y="1504636"/>
          <a:ext cx="1547404" cy="1547110"/>
        </a:xfrm>
        <a:prstGeom prst="ellipse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E43815-5402-4388-8EA4-6CFD50D37DBB}">
      <dsp:nvSpPr>
        <dsp:cNvPr id="0" name=""/>
        <dsp:cNvSpPr/>
      </dsp:nvSpPr>
      <dsp:spPr>
        <a:xfrm>
          <a:off x="8446406" y="1556215"/>
          <a:ext cx="1444178" cy="144395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solidFill>
                <a:schemeClr val="bg2"/>
              </a:solidFill>
            </a:rPr>
            <a:t>ACHIEVEMENTS</a:t>
          </a:r>
        </a:p>
      </dsp:txBody>
      <dsp:txXfrm>
        <a:off x="8652858" y="1762533"/>
        <a:ext cx="1031275" cy="1031316"/>
      </dsp:txXfrm>
    </dsp:sp>
    <dsp:sp modelId="{5D08BBC3-9CE3-4F8A-A248-7F98CBAF569D}">
      <dsp:nvSpPr>
        <dsp:cNvPr id="0" name=""/>
        <dsp:cNvSpPr/>
      </dsp:nvSpPr>
      <dsp:spPr>
        <a:xfrm rot="2700000">
          <a:off x="6795885" y="1504462"/>
          <a:ext cx="1547186" cy="1547186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874A7F-8332-4FE0-9266-D133304A7834}">
      <dsp:nvSpPr>
        <dsp:cNvPr id="0" name=""/>
        <dsp:cNvSpPr/>
      </dsp:nvSpPr>
      <dsp:spPr>
        <a:xfrm>
          <a:off x="6847880" y="1556215"/>
          <a:ext cx="1444178" cy="144395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>
              <a:solidFill>
                <a:schemeClr val="bg1"/>
              </a:solidFill>
            </a:rPr>
            <a:t>FIGHTING COVID-19</a:t>
          </a:r>
        </a:p>
      </dsp:txBody>
      <dsp:txXfrm>
        <a:off x="7054332" y="1762533"/>
        <a:ext cx="1031275" cy="1031316"/>
      </dsp:txXfrm>
    </dsp:sp>
    <dsp:sp modelId="{1299CC95-521F-424F-A8D2-BA4798AC8BBB}">
      <dsp:nvSpPr>
        <dsp:cNvPr id="0" name=""/>
        <dsp:cNvSpPr/>
      </dsp:nvSpPr>
      <dsp:spPr>
        <a:xfrm rot="2700000">
          <a:off x="5197359" y="1504462"/>
          <a:ext cx="1547186" cy="1547186"/>
        </a:xfrm>
        <a:prstGeom prst="teardrop">
          <a:avLst>
            <a:gd name="adj" fmla="val 10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9BDE44-F5F7-4EF6-A312-9965CDF23642}">
      <dsp:nvSpPr>
        <dsp:cNvPr id="0" name=""/>
        <dsp:cNvSpPr/>
      </dsp:nvSpPr>
      <dsp:spPr>
        <a:xfrm>
          <a:off x="5249355" y="1556215"/>
          <a:ext cx="1444178" cy="144395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>
              <a:solidFill>
                <a:schemeClr val="bg2"/>
              </a:solidFill>
            </a:rPr>
            <a:t>PRACTICES</a:t>
          </a:r>
        </a:p>
      </dsp:txBody>
      <dsp:txXfrm>
        <a:off x="5455807" y="1762533"/>
        <a:ext cx="1031275" cy="1031316"/>
      </dsp:txXfrm>
    </dsp:sp>
    <dsp:sp modelId="{9BC86AE8-1879-4276-9718-245865F7D54B}">
      <dsp:nvSpPr>
        <dsp:cNvPr id="0" name=""/>
        <dsp:cNvSpPr/>
      </dsp:nvSpPr>
      <dsp:spPr>
        <a:xfrm rot="2700000">
          <a:off x="3598834" y="1504462"/>
          <a:ext cx="1547186" cy="1547186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5550F5-448A-499A-9091-713287EFEBB3}">
      <dsp:nvSpPr>
        <dsp:cNvPr id="0" name=""/>
        <dsp:cNvSpPr/>
      </dsp:nvSpPr>
      <dsp:spPr>
        <a:xfrm>
          <a:off x="3650829" y="1556215"/>
          <a:ext cx="1444178" cy="144395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>
              <a:solidFill>
                <a:schemeClr val="bg1"/>
              </a:solidFill>
            </a:rPr>
            <a:t>HELP IN DIRE TIMES</a:t>
          </a:r>
          <a:endParaRPr lang="en-IN" sz="1100" b="1" kern="1200" dirty="0">
            <a:solidFill>
              <a:schemeClr val="bg1"/>
            </a:solidFill>
          </a:endParaRPr>
        </a:p>
      </dsp:txBody>
      <dsp:txXfrm>
        <a:off x="3856298" y="1762533"/>
        <a:ext cx="1031275" cy="1031316"/>
      </dsp:txXfrm>
    </dsp:sp>
    <dsp:sp modelId="{63FDD9DA-F990-44BC-82E8-CC94A256EA05}">
      <dsp:nvSpPr>
        <dsp:cNvPr id="0" name=""/>
        <dsp:cNvSpPr/>
      </dsp:nvSpPr>
      <dsp:spPr>
        <a:xfrm rot="2700000">
          <a:off x="2000308" y="1504462"/>
          <a:ext cx="1547186" cy="1547186"/>
        </a:xfrm>
        <a:prstGeom prst="teardrop">
          <a:avLst>
            <a:gd name="adj" fmla="val 10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E0CE1D-E4E1-4F65-A464-DE585CF7DFA5}">
      <dsp:nvSpPr>
        <dsp:cNvPr id="0" name=""/>
        <dsp:cNvSpPr/>
      </dsp:nvSpPr>
      <dsp:spPr>
        <a:xfrm>
          <a:off x="2052304" y="1556215"/>
          <a:ext cx="1444178" cy="144395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>
              <a:solidFill>
                <a:schemeClr val="bg2"/>
              </a:solidFill>
            </a:rPr>
            <a:t>SERVICES</a:t>
          </a:r>
        </a:p>
      </dsp:txBody>
      <dsp:txXfrm>
        <a:off x="2257772" y="1762533"/>
        <a:ext cx="1031275" cy="1031316"/>
      </dsp:txXfrm>
    </dsp:sp>
    <dsp:sp modelId="{0EED1C59-840B-476E-BC7E-6E973D21CD86}">
      <dsp:nvSpPr>
        <dsp:cNvPr id="0" name=""/>
        <dsp:cNvSpPr/>
      </dsp:nvSpPr>
      <dsp:spPr>
        <a:xfrm rot="2700000">
          <a:off x="401783" y="1504462"/>
          <a:ext cx="1547186" cy="1547186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DC5737-9C7B-4617-A3DE-6D4677F50618}">
      <dsp:nvSpPr>
        <dsp:cNvPr id="0" name=""/>
        <dsp:cNvSpPr/>
      </dsp:nvSpPr>
      <dsp:spPr>
        <a:xfrm>
          <a:off x="452795" y="1556215"/>
          <a:ext cx="1444178" cy="144395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chemeClr val="bg2"/>
              </a:solidFill>
            </a:rPr>
            <a:t>OUR TEAM</a:t>
          </a:r>
          <a:endParaRPr lang="en-IN" sz="1300" b="1" kern="1200" dirty="0">
            <a:solidFill>
              <a:schemeClr val="bg2"/>
            </a:solidFill>
          </a:endParaRPr>
        </a:p>
      </dsp:txBody>
      <dsp:txXfrm>
        <a:off x="659247" y="1762533"/>
        <a:ext cx="1031275" cy="10313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083C6D-DD5D-430E-9AFD-031159589E06}">
      <dsp:nvSpPr>
        <dsp:cNvPr id="0" name=""/>
        <dsp:cNvSpPr/>
      </dsp:nvSpPr>
      <dsp:spPr>
        <a:xfrm rot="5400000">
          <a:off x="3536533" y="96286"/>
          <a:ext cx="1453456" cy="1264507"/>
        </a:xfrm>
        <a:prstGeom prst="hexagon">
          <a:avLst>
            <a:gd name="adj" fmla="val 25000"/>
            <a:gd name="vf" fmla="val 11547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432 Employees in Total</a:t>
          </a:r>
          <a:endParaRPr lang="en-IN" sz="1300" kern="1200" dirty="0"/>
        </a:p>
      </dsp:txBody>
      <dsp:txXfrm rot="-5400000">
        <a:off x="3828059" y="228309"/>
        <a:ext cx="870403" cy="1000462"/>
      </dsp:txXfrm>
    </dsp:sp>
    <dsp:sp modelId="{F9F62BBE-5CBA-4005-B99D-2A15D8A65B8A}">
      <dsp:nvSpPr>
        <dsp:cNvPr id="0" name=""/>
        <dsp:cNvSpPr/>
      </dsp:nvSpPr>
      <dsp:spPr>
        <a:xfrm>
          <a:off x="4933886" y="292502"/>
          <a:ext cx="1622057" cy="872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1492E4-2FDD-44DC-B43F-1B83BB70DE30}">
      <dsp:nvSpPr>
        <dsp:cNvPr id="0" name=""/>
        <dsp:cNvSpPr/>
      </dsp:nvSpPr>
      <dsp:spPr>
        <a:xfrm rot="5400000">
          <a:off x="2170865" y="96286"/>
          <a:ext cx="1453456" cy="1264507"/>
        </a:xfrm>
        <a:prstGeom prst="hexagon">
          <a:avLst>
            <a:gd name="adj" fmla="val 25000"/>
            <a:gd name="vf" fmla="val 115470"/>
          </a:avLst>
        </a:prstGeom>
        <a:solidFill>
          <a:schemeClr val="bg1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 rot="-5400000">
        <a:off x="2462391" y="228309"/>
        <a:ext cx="870403" cy="1000462"/>
      </dsp:txXfrm>
    </dsp:sp>
    <dsp:sp modelId="{FA1E95D8-8E8B-49FB-8D56-F67C1C1141D6}">
      <dsp:nvSpPr>
        <dsp:cNvPr id="0" name=""/>
        <dsp:cNvSpPr/>
      </dsp:nvSpPr>
      <dsp:spPr>
        <a:xfrm rot="5400000">
          <a:off x="2851083" y="1329980"/>
          <a:ext cx="1453456" cy="1264507"/>
        </a:xfrm>
        <a:prstGeom prst="hexagon">
          <a:avLst>
            <a:gd name="adj" fmla="val 25000"/>
            <a:gd name="vf" fmla="val 115470"/>
          </a:avLst>
        </a:prstGeom>
        <a:solidFill>
          <a:schemeClr val="bg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45% women</a:t>
          </a:r>
          <a:endParaRPr lang="en-IN" sz="1300" kern="1200" dirty="0"/>
        </a:p>
      </dsp:txBody>
      <dsp:txXfrm rot="-5400000">
        <a:off x="3142609" y="1462003"/>
        <a:ext cx="870403" cy="1000462"/>
      </dsp:txXfrm>
    </dsp:sp>
    <dsp:sp modelId="{4E6A8E59-C173-4FF8-8031-1FD9E881BD3B}">
      <dsp:nvSpPr>
        <dsp:cNvPr id="0" name=""/>
        <dsp:cNvSpPr/>
      </dsp:nvSpPr>
      <dsp:spPr>
        <a:xfrm>
          <a:off x="1323500" y="1526196"/>
          <a:ext cx="1569732" cy="872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E8B9F3-C139-441B-911F-3BFB3CF0B425}">
      <dsp:nvSpPr>
        <dsp:cNvPr id="0" name=""/>
        <dsp:cNvSpPr/>
      </dsp:nvSpPr>
      <dsp:spPr>
        <a:xfrm rot="5400000">
          <a:off x="4216750" y="1329980"/>
          <a:ext cx="1453456" cy="1264507"/>
        </a:xfrm>
        <a:prstGeom prst="hexagon">
          <a:avLst>
            <a:gd name="adj" fmla="val 25000"/>
            <a:gd name="vf" fmla="val 115470"/>
          </a:avLst>
        </a:prstGeom>
        <a:solidFill>
          <a:schemeClr val="bg1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 rot="-5400000">
        <a:off x="4508276" y="1462003"/>
        <a:ext cx="870403" cy="1000462"/>
      </dsp:txXfrm>
    </dsp:sp>
    <dsp:sp modelId="{0AA487BB-74FC-4756-9CD5-F290C2971B95}">
      <dsp:nvSpPr>
        <dsp:cNvPr id="0" name=""/>
        <dsp:cNvSpPr/>
      </dsp:nvSpPr>
      <dsp:spPr>
        <a:xfrm rot="5400000">
          <a:off x="3536533" y="2563673"/>
          <a:ext cx="1453456" cy="1264507"/>
        </a:xfrm>
        <a:prstGeom prst="hexagon">
          <a:avLst>
            <a:gd name="adj" fmla="val 25000"/>
            <a:gd name="vf" fmla="val 115470"/>
          </a:avLst>
        </a:prstGeom>
        <a:solidFill>
          <a:schemeClr val="bg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56% teaching faculty</a:t>
          </a:r>
          <a:endParaRPr lang="en-IN" sz="1300" kern="1200"/>
        </a:p>
      </dsp:txBody>
      <dsp:txXfrm rot="-5400000">
        <a:off x="3828059" y="2695696"/>
        <a:ext cx="870403" cy="1000462"/>
      </dsp:txXfrm>
    </dsp:sp>
    <dsp:sp modelId="{F22DD7FE-038F-4E28-A2F2-3E568BB0CC28}">
      <dsp:nvSpPr>
        <dsp:cNvPr id="0" name=""/>
        <dsp:cNvSpPr/>
      </dsp:nvSpPr>
      <dsp:spPr>
        <a:xfrm>
          <a:off x="4933886" y="2759890"/>
          <a:ext cx="1622057" cy="872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84B9CC-5F80-4E30-9E01-F134792B7D3B}">
      <dsp:nvSpPr>
        <dsp:cNvPr id="0" name=""/>
        <dsp:cNvSpPr/>
      </dsp:nvSpPr>
      <dsp:spPr>
        <a:xfrm rot="5400000">
          <a:off x="2170865" y="2563673"/>
          <a:ext cx="1453456" cy="1264507"/>
        </a:xfrm>
        <a:prstGeom prst="hexagon">
          <a:avLst>
            <a:gd name="adj" fmla="val 25000"/>
            <a:gd name="vf" fmla="val 115470"/>
          </a:avLst>
        </a:prstGeom>
        <a:solidFill>
          <a:schemeClr val="bg1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 rot="-5400000">
        <a:off x="2462391" y="2695696"/>
        <a:ext cx="870403" cy="1000462"/>
      </dsp:txXfrm>
    </dsp:sp>
    <dsp:sp modelId="{91D0B136-2CE3-4910-91BE-9622B35AD253}">
      <dsp:nvSpPr>
        <dsp:cNvPr id="0" name=""/>
        <dsp:cNvSpPr/>
      </dsp:nvSpPr>
      <dsp:spPr>
        <a:xfrm rot="5400000">
          <a:off x="2851083" y="3797367"/>
          <a:ext cx="1453456" cy="1264507"/>
        </a:xfrm>
        <a:prstGeom prst="hexagon">
          <a:avLst>
            <a:gd name="adj" fmla="val 25000"/>
            <a:gd name="vf" fmla="val 11547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44% Non-Teaching</a:t>
          </a:r>
          <a:endParaRPr lang="en-IN" sz="1300" kern="1200" dirty="0"/>
        </a:p>
      </dsp:txBody>
      <dsp:txXfrm rot="-5400000">
        <a:off x="3142609" y="3929390"/>
        <a:ext cx="870403" cy="1000462"/>
      </dsp:txXfrm>
    </dsp:sp>
    <dsp:sp modelId="{C74C0A64-DE51-4F0E-A8B8-3C8915EDF6A0}">
      <dsp:nvSpPr>
        <dsp:cNvPr id="0" name=""/>
        <dsp:cNvSpPr/>
      </dsp:nvSpPr>
      <dsp:spPr>
        <a:xfrm>
          <a:off x="1323500" y="3993584"/>
          <a:ext cx="1569732" cy="872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33A418-C660-428C-9264-862B36DC96DD}">
      <dsp:nvSpPr>
        <dsp:cNvPr id="0" name=""/>
        <dsp:cNvSpPr/>
      </dsp:nvSpPr>
      <dsp:spPr>
        <a:xfrm rot="5400000">
          <a:off x="4216750" y="3797367"/>
          <a:ext cx="1453456" cy="1264507"/>
        </a:xfrm>
        <a:prstGeom prst="hexagon">
          <a:avLst>
            <a:gd name="adj" fmla="val 25000"/>
            <a:gd name="vf" fmla="val 115470"/>
          </a:avLst>
        </a:prstGeom>
        <a:solidFill>
          <a:schemeClr val="bg1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 rot="-5400000">
        <a:off x="4508276" y="3929390"/>
        <a:ext cx="870403" cy="10004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F2D45F-7FE5-4EF4-A729-6A878D5CF15D}">
      <dsp:nvSpPr>
        <dsp:cNvPr id="0" name=""/>
        <dsp:cNvSpPr/>
      </dsp:nvSpPr>
      <dsp:spPr>
        <a:xfrm>
          <a:off x="2265357" y="64483"/>
          <a:ext cx="5033638" cy="5033638"/>
        </a:xfrm>
        <a:prstGeom prst="pie">
          <a:avLst>
            <a:gd name="adj1" fmla="val 16200000"/>
            <a:gd name="adj2" fmla="val 1980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No Cost-cutting measures</a:t>
          </a:r>
          <a:endParaRPr lang="en-IN" sz="1000" kern="1200" dirty="0"/>
        </a:p>
      </dsp:txBody>
      <dsp:txXfrm>
        <a:off x="4836108" y="603801"/>
        <a:ext cx="1468144" cy="1078636"/>
      </dsp:txXfrm>
    </dsp:sp>
    <dsp:sp modelId="{76D8E861-9497-4061-8698-AFFFD1DA4AFC}">
      <dsp:nvSpPr>
        <dsp:cNvPr id="0" name=""/>
        <dsp:cNvSpPr/>
      </dsp:nvSpPr>
      <dsp:spPr>
        <a:xfrm>
          <a:off x="2523120" y="418436"/>
          <a:ext cx="5033638" cy="5033638"/>
        </a:xfrm>
        <a:prstGeom prst="pie">
          <a:avLst>
            <a:gd name="adj1" fmla="val 19800000"/>
            <a:gd name="adj2" fmla="val 180000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Programmes to keep employee happy always</a:t>
          </a:r>
          <a:endParaRPr lang="en-IN" sz="1800" kern="1200" dirty="0"/>
        </a:p>
      </dsp:txBody>
      <dsp:txXfrm>
        <a:off x="5968766" y="2425899"/>
        <a:ext cx="1522076" cy="1018712"/>
      </dsp:txXfrm>
    </dsp:sp>
    <dsp:sp modelId="{51EDFC90-750A-446A-BCB6-F023818EC21A}">
      <dsp:nvSpPr>
        <dsp:cNvPr id="0" name=""/>
        <dsp:cNvSpPr/>
      </dsp:nvSpPr>
      <dsp:spPr>
        <a:xfrm>
          <a:off x="2038934" y="331807"/>
          <a:ext cx="5033638" cy="5555425"/>
        </a:xfrm>
        <a:prstGeom prst="pie">
          <a:avLst>
            <a:gd name="adj1" fmla="val 1800000"/>
            <a:gd name="adj2" fmla="val 540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Fun Events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For all</a:t>
          </a:r>
        </a:p>
      </dsp:txBody>
      <dsp:txXfrm>
        <a:off x="4609686" y="4101561"/>
        <a:ext cx="1468144" cy="1190448"/>
      </dsp:txXfrm>
    </dsp:sp>
    <dsp:sp modelId="{AAE8489B-23A2-4DF8-BDD5-93EFB8032836}">
      <dsp:nvSpPr>
        <dsp:cNvPr id="0" name=""/>
        <dsp:cNvSpPr/>
      </dsp:nvSpPr>
      <dsp:spPr>
        <a:xfrm>
          <a:off x="1404193" y="853443"/>
          <a:ext cx="5033638" cy="5033638"/>
        </a:xfrm>
        <a:prstGeom prst="pie">
          <a:avLst>
            <a:gd name="adj1" fmla="val 54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Free accommodation for everyone</a:t>
          </a:r>
          <a:endParaRPr lang="en-IN" sz="1600" kern="1200" dirty="0"/>
        </a:p>
      </dsp:txBody>
      <dsp:txXfrm>
        <a:off x="2398936" y="4269127"/>
        <a:ext cx="1468144" cy="1078636"/>
      </dsp:txXfrm>
    </dsp:sp>
    <dsp:sp modelId="{44E176BD-51FC-4C3B-9F29-DC4004A682F9}">
      <dsp:nvSpPr>
        <dsp:cNvPr id="0" name=""/>
        <dsp:cNvSpPr/>
      </dsp:nvSpPr>
      <dsp:spPr>
        <a:xfrm>
          <a:off x="1295265" y="287461"/>
          <a:ext cx="5033638" cy="5033638"/>
        </a:xfrm>
        <a:prstGeom prst="pie">
          <a:avLst>
            <a:gd name="adj1" fmla="val 9000000"/>
            <a:gd name="adj2" fmla="val 1260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Active Staff clubs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To stay engaged</a:t>
          </a:r>
        </a:p>
      </dsp:txBody>
      <dsp:txXfrm>
        <a:off x="1373166" y="2294924"/>
        <a:ext cx="1522076" cy="1018712"/>
      </dsp:txXfrm>
    </dsp:sp>
    <dsp:sp modelId="{0B5AA548-9CD9-4598-8835-A3618D590E45}">
      <dsp:nvSpPr>
        <dsp:cNvPr id="0" name=""/>
        <dsp:cNvSpPr/>
      </dsp:nvSpPr>
      <dsp:spPr>
        <a:xfrm>
          <a:off x="1592753" y="64471"/>
          <a:ext cx="5033638" cy="5033638"/>
        </a:xfrm>
        <a:prstGeom prst="pie">
          <a:avLst>
            <a:gd name="adj1" fmla="val 12600000"/>
            <a:gd name="adj2" fmla="val 1620000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Active recruitment practices</a:t>
          </a:r>
          <a:endParaRPr lang="en-IN" sz="1600" kern="1200" dirty="0"/>
        </a:p>
      </dsp:txBody>
      <dsp:txXfrm>
        <a:off x="2587496" y="603789"/>
        <a:ext cx="1468144" cy="1078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DC932-647A-4E14-A105-7161D461D496}" type="datetimeFigureOut">
              <a:rPr lang="en-IN" smtClean="0"/>
              <a:t>06-10-2020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B1F65C-EA9D-4215-B379-F3A3D88CA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84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microsoft.com/office/2007/relationships/hdphoto" Target="../media/hdphoto1.wdp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449694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122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1DB724-9006-424E-A191-C08CB17EE2CA}"/>
              </a:ext>
            </a:extLst>
          </p:cNvPr>
          <p:cNvSpPr/>
          <p:nvPr userDrawn="1"/>
        </p:nvSpPr>
        <p:spPr>
          <a:xfrm>
            <a:off x="462336" y="315931"/>
            <a:ext cx="3113070" cy="622613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13FB2FD4-D355-49C8-B7E0-BC49131F2FEA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82645" y="553565"/>
            <a:ext cx="2672453" cy="2405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4BAF68A-9D51-4222-8013-E9B5F82098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0903"/>
            <a:ext cx="11600704" cy="1140891"/>
          </a:xfrm>
          <a:prstGeom prst="rect">
            <a:avLst/>
          </a:prstGeom>
        </p:spPr>
      </p:pic>
      <p:pic>
        <p:nvPicPr>
          <p:cNvPr id="3" name="Picture 3" descr="E:\002-KIMS BUSINESS\007-02-MaxPPT-Contents\150902-com-Global-Laptop\mo900.png">
            <a:extLst>
              <a:ext uri="{FF2B5EF4-FFF2-40B4-BE49-F238E27FC236}">
                <a16:creationId xmlns:a16="http://schemas.microsoft.com/office/drawing/2014/main" id="{1C4F8B41-3F98-4240-8891-4ADABC669A4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53"/>
          <a:stretch/>
        </p:blipFill>
        <p:spPr bwMode="auto">
          <a:xfrm flipH="1">
            <a:off x="8509450" y="2348880"/>
            <a:ext cx="3683812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8CB46E1-8EB0-4782-9CDE-623B6BC6877B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898129" y="2735416"/>
            <a:ext cx="1672517" cy="2613110"/>
          </a:xfrm>
          <a:custGeom>
            <a:avLst/>
            <a:gdLst>
              <a:gd name="connsiteX0" fmla="*/ 0 w 1296000"/>
              <a:gd name="connsiteY0" fmla="*/ 0 h 2700000"/>
              <a:gd name="connsiteX1" fmla="*/ 1296000 w 1296000"/>
              <a:gd name="connsiteY1" fmla="*/ 0 h 2700000"/>
              <a:gd name="connsiteX2" fmla="*/ 1296000 w 1296000"/>
              <a:gd name="connsiteY2" fmla="*/ 2700000 h 2700000"/>
              <a:gd name="connsiteX3" fmla="*/ 0 w 1296000"/>
              <a:gd name="connsiteY3" fmla="*/ 2700000 h 2700000"/>
              <a:gd name="connsiteX4" fmla="*/ 0 w 1296000"/>
              <a:gd name="connsiteY4" fmla="*/ 0 h 2700000"/>
              <a:gd name="connsiteX0" fmla="*/ 0 w 1436677"/>
              <a:gd name="connsiteY0" fmla="*/ 0 h 2745513"/>
              <a:gd name="connsiteX1" fmla="*/ 1436677 w 1436677"/>
              <a:gd name="connsiteY1" fmla="*/ 45513 h 2745513"/>
              <a:gd name="connsiteX2" fmla="*/ 1436677 w 1436677"/>
              <a:gd name="connsiteY2" fmla="*/ 2745513 h 2745513"/>
              <a:gd name="connsiteX3" fmla="*/ 140677 w 1436677"/>
              <a:gd name="connsiteY3" fmla="*/ 2745513 h 2745513"/>
              <a:gd name="connsiteX4" fmla="*/ 0 w 1436677"/>
              <a:gd name="connsiteY4" fmla="*/ 0 h 2745513"/>
              <a:gd name="connsiteX0" fmla="*/ 0 w 1453227"/>
              <a:gd name="connsiteY0" fmla="*/ 0 h 2745513"/>
              <a:gd name="connsiteX1" fmla="*/ 1453227 w 1453227"/>
              <a:gd name="connsiteY1" fmla="*/ 45513 h 2745513"/>
              <a:gd name="connsiteX2" fmla="*/ 1453227 w 1453227"/>
              <a:gd name="connsiteY2" fmla="*/ 2745513 h 2745513"/>
              <a:gd name="connsiteX3" fmla="*/ 157227 w 1453227"/>
              <a:gd name="connsiteY3" fmla="*/ 2745513 h 2745513"/>
              <a:gd name="connsiteX4" fmla="*/ 0 w 1453227"/>
              <a:gd name="connsiteY4" fmla="*/ 0 h 2745513"/>
              <a:gd name="connsiteX0" fmla="*/ 0 w 1523565"/>
              <a:gd name="connsiteY0" fmla="*/ 0 h 2745513"/>
              <a:gd name="connsiteX1" fmla="*/ 1523565 w 1523565"/>
              <a:gd name="connsiteY1" fmla="*/ 16550 h 2745513"/>
              <a:gd name="connsiteX2" fmla="*/ 1453227 w 1523565"/>
              <a:gd name="connsiteY2" fmla="*/ 2745513 h 2745513"/>
              <a:gd name="connsiteX3" fmla="*/ 157227 w 1523565"/>
              <a:gd name="connsiteY3" fmla="*/ 2745513 h 2745513"/>
              <a:gd name="connsiteX4" fmla="*/ 0 w 1523565"/>
              <a:gd name="connsiteY4" fmla="*/ 0 h 2745513"/>
              <a:gd name="connsiteX0" fmla="*/ 0 w 1672517"/>
              <a:gd name="connsiteY0" fmla="*/ 0 h 2745513"/>
              <a:gd name="connsiteX1" fmla="*/ 1523565 w 1672517"/>
              <a:gd name="connsiteY1" fmla="*/ 16550 h 2745513"/>
              <a:gd name="connsiteX2" fmla="*/ 1672517 w 1672517"/>
              <a:gd name="connsiteY2" fmla="*/ 2580011 h 2745513"/>
              <a:gd name="connsiteX3" fmla="*/ 157227 w 1672517"/>
              <a:gd name="connsiteY3" fmla="*/ 2745513 h 2745513"/>
              <a:gd name="connsiteX4" fmla="*/ 0 w 1672517"/>
              <a:gd name="connsiteY4" fmla="*/ 0 h 2745513"/>
              <a:gd name="connsiteX0" fmla="*/ 0 w 1672517"/>
              <a:gd name="connsiteY0" fmla="*/ 0 h 2580011"/>
              <a:gd name="connsiteX1" fmla="*/ 1523565 w 1672517"/>
              <a:gd name="connsiteY1" fmla="*/ 16550 h 2580011"/>
              <a:gd name="connsiteX2" fmla="*/ 1672517 w 1672517"/>
              <a:gd name="connsiteY2" fmla="*/ 2580011 h 2580011"/>
              <a:gd name="connsiteX3" fmla="*/ 165502 w 1672517"/>
              <a:gd name="connsiteY3" fmla="*/ 2563460 h 2580011"/>
              <a:gd name="connsiteX4" fmla="*/ 0 w 1672517"/>
              <a:gd name="connsiteY4" fmla="*/ 0 h 2580011"/>
              <a:gd name="connsiteX0" fmla="*/ 0 w 1672517"/>
              <a:gd name="connsiteY0" fmla="*/ 0 h 2604835"/>
              <a:gd name="connsiteX1" fmla="*/ 1523565 w 1672517"/>
              <a:gd name="connsiteY1" fmla="*/ 16550 h 2604835"/>
              <a:gd name="connsiteX2" fmla="*/ 1672517 w 1672517"/>
              <a:gd name="connsiteY2" fmla="*/ 2580011 h 2604835"/>
              <a:gd name="connsiteX3" fmla="*/ 161364 w 1672517"/>
              <a:gd name="connsiteY3" fmla="*/ 2604835 h 2604835"/>
              <a:gd name="connsiteX4" fmla="*/ 0 w 1672517"/>
              <a:gd name="connsiteY4" fmla="*/ 0 h 2604835"/>
              <a:gd name="connsiteX0" fmla="*/ 0 w 1672517"/>
              <a:gd name="connsiteY0" fmla="*/ 0 h 2613110"/>
              <a:gd name="connsiteX1" fmla="*/ 1523565 w 1672517"/>
              <a:gd name="connsiteY1" fmla="*/ 16550 h 2613110"/>
              <a:gd name="connsiteX2" fmla="*/ 1672517 w 1672517"/>
              <a:gd name="connsiteY2" fmla="*/ 2580011 h 2613110"/>
              <a:gd name="connsiteX3" fmla="*/ 161364 w 1672517"/>
              <a:gd name="connsiteY3" fmla="*/ 2613110 h 2613110"/>
              <a:gd name="connsiteX4" fmla="*/ 0 w 1672517"/>
              <a:gd name="connsiteY4" fmla="*/ 0 h 2613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2517" h="2613110">
                <a:moveTo>
                  <a:pt x="0" y="0"/>
                </a:moveTo>
                <a:lnTo>
                  <a:pt x="1523565" y="16550"/>
                </a:lnTo>
                <a:lnTo>
                  <a:pt x="1672517" y="2580011"/>
                </a:lnTo>
                <a:lnTo>
                  <a:pt x="161364" y="261311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latin typeface="Arial" pitchFamily="34" charset="0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88CF590-A7AC-47AA-9D77-5FF843A9C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5554FB4E-E79F-4FCD-B373-1990A7E51642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-1" y="0"/>
            <a:ext cx="10203255" cy="6858000"/>
          </a:xfrm>
          <a:custGeom>
            <a:avLst/>
            <a:gdLst>
              <a:gd name="connsiteX0" fmla="*/ 0 w 8908610"/>
              <a:gd name="connsiteY0" fmla="*/ 0 h 6858000"/>
              <a:gd name="connsiteX1" fmla="*/ 8908610 w 8908610"/>
              <a:gd name="connsiteY1" fmla="*/ 0 h 6858000"/>
              <a:gd name="connsiteX2" fmla="*/ 8908610 w 8908610"/>
              <a:gd name="connsiteY2" fmla="*/ 6858000 h 6858000"/>
              <a:gd name="connsiteX3" fmla="*/ 0 w 8908610"/>
              <a:gd name="connsiteY3" fmla="*/ 6858000 h 6858000"/>
              <a:gd name="connsiteX4" fmla="*/ 0 w 8908610"/>
              <a:gd name="connsiteY4" fmla="*/ 0 h 6858000"/>
              <a:gd name="connsiteX0" fmla="*/ 0 w 8908610"/>
              <a:gd name="connsiteY0" fmla="*/ 0 h 6858000"/>
              <a:gd name="connsiteX1" fmla="*/ 4725909 w 8908610"/>
              <a:gd name="connsiteY1" fmla="*/ 0 h 6858000"/>
              <a:gd name="connsiteX2" fmla="*/ 8908610 w 8908610"/>
              <a:gd name="connsiteY2" fmla="*/ 6858000 h 6858000"/>
              <a:gd name="connsiteX3" fmla="*/ 0 w 8908610"/>
              <a:gd name="connsiteY3" fmla="*/ 6858000 h 6858000"/>
              <a:gd name="connsiteX4" fmla="*/ 0 w 8908610"/>
              <a:gd name="connsiteY4" fmla="*/ 0 h 6858000"/>
              <a:gd name="connsiteX0" fmla="*/ 0 w 8908610"/>
              <a:gd name="connsiteY0" fmla="*/ 0 h 6858000"/>
              <a:gd name="connsiteX1" fmla="*/ 4330673 w 8908610"/>
              <a:gd name="connsiteY1" fmla="*/ 0 h 6858000"/>
              <a:gd name="connsiteX2" fmla="*/ 8908610 w 8908610"/>
              <a:gd name="connsiteY2" fmla="*/ 6858000 h 6858000"/>
              <a:gd name="connsiteX3" fmla="*/ 0 w 8908610"/>
              <a:gd name="connsiteY3" fmla="*/ 6858000 h 6858000"/>
              <a:gd name="connsiteX4" fmla="*/ 0 w 890861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8610" h="6858000">
                <a:moveTo>
                  <a:pt x="0" y="0"/>
                </a:moveTo>
                <a:lnTo>
                  <a:pt x="4330673" y="0"/>
                </a:lnTo>
                <a:lnTo>
                  <a:pt x="890861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095449" y="3660"/>
            <a:ext cx="3600000" cy="36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97585" y="3870000"/>
            <a:ext cx="3600000" cy="29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175449" y="3870000"/>
            <a:ext cx="2520000" cy="190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97585" y="1733388"/>
            <a:ext cx="2520000" cy="19422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693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96502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80476" y="0"/>
            <a:ext cx="2211524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tx1"/>
                </a:solidFill>
                <a:latin typeface="D-DIN Exp" panose="020B0504020202030204" pitchFamily="34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1904" y="4650539"/>
            <a:ext cx="3401478" cy="1192038"/>
          </a:xfrm>
          <a:solidFill>
            <a:schemeClr val="tx1"/>
          </a:solidFill>
        </p:spPr>
        <p:txBody>
          <a:bodyPr lIns="252000" tIns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D-DIN Exp" panose="020B0504020202030204" pitchFamily="34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386756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54ED587-2D2F-4D3F-B55B-C64465AB4EC5}"/>
              </a:ext>
            </a:extLst>
          </p:cNvPr>
          <p:cNvSpPr/>
          <p:nvPr/>
        </p:nvSpPr>
        <p:spPr>
          <a:xfrm>
            <a:off x="69274" y="66963"/>
            <a:ext cx="9911201" cy="67273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bg1"/>
                </a:solidFill>
                <a:latin typeface="D-DIN Exp" panose="020B0504020202030204" pitchFamily="34" charset="0"/>
              </a:defRPr>
            </a:lvl1pPr>
          </a:lstStyle>
          <a:p>
            <a:r>
              <a:rPr lang="en-US" noProof="0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6418" y="4650539"/>
            <a:ext cx="2456210" cy="1192038"/>
          </a:xfrm>
          <a:solidFill>
            <a:schemeClr val="bg1"/>
          </a:solidFill>
        </p:spPr>
        <p:txBody>
          <a:bodyPr lIns="252000" tIns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D-DIN Exp" panose="020B0504020202030204" pitchFamily="34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141574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069FFAE5-B16E-4571-88F7-52FA5354B1A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273" y="63691"/>
            <a:ext cx="9911201" cy="6727346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6418" y="4650539"/>
            <a:ext cx="2456210" cy="1192038"/>
          </a:xfrm>
          <a:solidFill>
            <a:schemeClr val="bg1"/>
          </a:solidFill>
        </p:spPr>
        <p:txBody>
          <a:bodyPr lIns="252000" tIns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058226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1599E2D7-24B3-4D66-9AFB-83C1AEC4DBB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980476" y="0"/>
            <a:ext cx="2211524" cy="6192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86" y="1807950"/>
            <a:ext cx="5184913" cy="432000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  <a:latin typeface="D-DIN Exp" panose="020B0504020202030204" pitchFamily="34" charset="0"/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44886" y="2383950"/>
            <a:ext cx="5184913" cy="360000"/>
          </a:xfrm>
        </p:spPr>
        <p:txBody>
          <a:bodyPr/>
          <a:lstStyle>
            <a:lvl1pPr marL="0" indent="0" algn="r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45000" y="2908300"/>
            <a:ext cx="5184800" cy="3283700"/>
          </a:xfrm>
          <a:solidFill>
            <a:schemeClr val="bg1"/>
          </a:solidFill>
        </p:spPr>
        <p:txBody>
          <a:bodyPr lIns="180000" tIns="252000" rIns="252000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Date Placeholder 11">
            <a:extLst>
              <a:ext uri="{FF2B5EF4-FFF2-40B4-BE49-F238E27FC236}">
                <a16:creationId xmlns:a16="http://schemas.microsoft.com/office/drawing/2014/main" id="{266CA3D1-EEBB-4B32-95C7-053F79D21F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0878B-2751-4FB5-BB63-3E728EFED65D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73773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23393" y="1343906"/>
            <a:ext cx="3736800" cy="3933645"/>
          </a:xfrm>
          <a:solidFill>
            <a:schemeClr val="bg1"/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492C2A1D-F7BD-46B6-BC01-15D365ACD50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60193" y="1344803"/>
            <a:ext cx="3737526" cy="3933645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4F1543-153D-4F77-A4A9-C9BBA1C2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9131100" cy="432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FAA210E-391A-499A-89D5-F222045FD1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6895900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8" name="Date Placeholder 11">
            <a:extLst>
              <a:ext uri="{FF2B5EF4-FFF2-40B4-BE49-F238E27FC236}">
                <a16:creationId xmlns:a16="http://schemas.microsoft.com/office/drawing/2014/main" id="{CFE6A57E-7588-494C-8FF5-580A967008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0700D-42F0-4D38-823D-7C60FD57F85B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98703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 dirty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432296"/>
            <a:ext cx="4500000" cy="527076"/>
          </a:xfrm>
          <a:solidFill>
            <a:schemeClr val="tx1"/>
          </a:solidFill>
        </p:spPr>
        <p:txBody>
          <a:bodyPr lIns="180000" tIns="3600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4500000" cy="416833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29800" y="1433105"/>
            <a:ext cx="4500000" cy="525283"/>
          </a:xfrm>
          <a:solidFill>
            <a:schemeClr val="tx1"/>
          </a:solidFill>
        </p:spPr>
        <p:txBody>
          <a:bodyPr lIns="180000" tIns="3600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29800" y="2020359"/>
            <a:ext cx="4500000" cy="417089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Date Placeholder 11">
            <a:extLst>
              <a:ext uri="{FF2B5EF4-FFF2-40B4-BE49-F238E27FC236}">
                <a16:creationId xmlns:a16="http://schemas.microsoft.com/office/drawing/2014/main" id="{A2B62BCC-05E4-4355-AF3E-029C87841A25}"/>
              </a:ext>
            </a:extLst>
          </p:cNvPr>
          <p:cNvSpPr>
            <a:spLocks noGrp="1"/>
          </p:cNvSpPr>
          <p:nvPr>
            <p:ph type="dt" sz="half" idx="34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4A527-0845-4FF6-AD61-F1CB8FDE5D82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88306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99200" y="432000"/>
            <a:ext cx="5472113" cy="575925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75314" y="5096632"/>
            <a:ext cx="2028686" cy="1094618"/>
          </a:xfrm>
        </p:spPr>
        <p:txBody>
          <a:bodyPr anchor="b"/>
          <a:lstStyle>
            <a:lvl1pPr marL="0" indent="0" algn="r">
              <a:buNone/>
              <a:defRPr i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Enter your caption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5951D2-91DB-40E7-95D5-4B372602DE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8F8443E-0D06-4057-933B-C87E884C5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35756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4360" y="2112793"/>
            <a:ext cx="6798250" cy="1674470"/>
          </a:xfrm>
        </p:spPr>
        <p:txBody>
          <a:bodyPr anchor="ctr"/>
          <a:lstStyle>
            <a:lvl1pPr algn="ctr">
              <a:lnSpc>
                <a:spcPct val="100000"/>
              </a:lnSpc>
              <a:defRPr sz="6000" b="1" cap="all" spc="-3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A3EFDD3-A9D2-4EB6-BB2A-F6999D9F7E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74361" y="4035727"/>
            <a:ext cx="3329850" cy="382887"/>
          </a:xfrm>
        </p:spPr>
        <p:txBody>
          <a:bodyPr/>
          <a:lstStyle>
            <a:lvl1pPr marL="0" indent="0" algn="r">
              <a:buNone/>
              <a:defRPr sz="2400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61ED1F7-B623-43D9-9BDA-8808C5CFAF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2268" y="4150118"/>
            <a:ext cx="2910342" cy="238016"/>
          </a:xfrm>
        </p:spPr>
        <p:txBody>
          <a:bodyPr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 Number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27366FC-4115-4122-9CE2-5FA9D424AD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62268" y="4540691"/>
            <a:ext cx="2910342" cy="238016"/>
          </a:xfrm>
        </p:spPr>
        <p:txBody>
          <a:bodyPr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EB36829-2F8B-4E22-AB6D-4111D18AF8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62268" y="4931263"/>
            <a:ext cx="2910342" cy="238016"/>
          </a:xfrm>
        </p:spPr>
        <p:txBody>
          <a:bodyPr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Company Website</a:t>
            </a:r>
          </a:p>
        </p:txBody>
      </p:sp>
    </p:spTree>
    <p:extLst>
      <p:ext uri="{BB962C8B-B14F-4D97-AF65-F5344CB8AC3E}">
        <p14:creationId xmlns:p14="http://schemas.microsoft.com/office/powerpoint/2010/main" val="7404391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9198116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2953D-28FC-41B5-A1BB-BB3BA7CA40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Date Placeholder 11">
            <a:extLst>
              <a:ext uri="{FF2B5EF4-FFF2-40B4-BE49-F238E27FC236}">
                <a16:creationId xmlns:a16="http://schemas.microsoft.com/office/drawing/2014/main" id="{F418D945-1731-49AE-A07F-714BDD7560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7FC6A-DE34-4F81-A93C-AB97CBD6D689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82047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916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72900" y="1511476"/>
            <a:ext cx="2916000" cy="467924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13800" y="1511475"/>
            <a:ext cx="2916000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Date Placeholder 11">
            <a:extLst>
              <a:ext uri="{FF2B5EF4-FFF2-40B4-BE49-F238E27FC236}">
                <a16:creationId xmlns:a16="http://schemas.microsoft.com/office/drawing/2014/main" id="{32B578E8-0E92-4EC1-8921-62FFE6E0BD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3A38A-9004-4658-A2D2-FFFCD5B786CF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18350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1764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90450" y="1512000"/>
            <a:ext cx="1764000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8900" y="1512000"/>
            <a:ext cx="1764000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7350" y="1507535"/>
            <a:ext cx="1764000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65800" y="1507535"/>
            <a:ext cx="1764000" cy="468371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8293F-A5B5-4FCC-BF27-A25B1BAFF24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Date Placeholder 11">
            <a:extLst>
              <a:ext uri="{FF2B5EF4-FFF2-40B4-BE49-F238E27FC236}">
                <a16:creationId xmlns:a16="http://schemas.microsoft.com/office/drawing/2014/main" id="{FC60776C-61BF-41C6-AA56-A08EEDF037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64D6C-4C05-4159-8C14-DAA6A39F04DB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48370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9198116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01980-CBAE-4A50-886D-54D7BB2E19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Date Placeholder 11">
            <a:extLst>
              <a:ext uri="{FF2B5EF4-FFF2-40B4-BE49-F238E27FC236}">
                <a16:creationId xmlns:a16="http://schemas.microsoft.com/office/drawing/2014/main" id="{8BA299B1-20B9-4DB5-801B-19D14D3EDB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34E97E-CF6F-4627-AAB1-0D3CD1BAFFB0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606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DF756E-F310-4229-ACDD-055D299A95FB}"/>
              </a:ext>
            </a:extLst>
          </p:cNvPr>
          <p:cNvSpPr/>
          <p:nvPr/>
        </p:nvSpPr>
        <p:spPr>
          <a:xfrm>
            <a:off x="6297105" y="424206"/>
            <a:ext cx="5505254" cy="57314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5951D2-91DB-40E7-95D5-4B372602DE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7666241-4AF6-458A-A571-6C6C291D7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2775" y="3639199"/>
            <a:ext cx="5053936" cy="1192038"/>
          </a:xfrm>
          <a:solidFill>
            <a:schemeClr val="bg1"/>
          </a:solidFill>
        </p:spPr>
        <p:txBody>
          <a:bodyPr lIns="252000" tIns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4F2BBF-F210-4954-9C73-A0030AACD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775" y="993303"/>
            <a:ext cx="5053936" cy="2513468"/>
          </a:xfrm>
        </p:spPr>
        <p:txBody>
          <a:bodyPr/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769113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D1EE834-4B70-4715-8346-1C0298347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46375"/>
            <a:ext cx="9198000" cy="5130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11">
            <a:extLst>
              <a:ext uri="{FF2B5EF4-FFF2-40B4-BE49-F238E27FC236}">
                <a16:creationId xmlns:a16="http://schemas.microsoft.com/office/drawing/2014/main" id="{39A1F9B0-9B37-4FC7-B030-2366B0CA8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BBAF8-6452-4ED0-BAF7-6DF645CDE269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61713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E43F4C-1A64-4197-A44B-E6EB874E2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046376"/>
            <a:ext cx="4435831" cy="5130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7B3F5B8-DC28-4878-AC9F-D434D7542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4169" y="1046376"/>
            <a:ext cx="4435831" cy="5130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Date Placeholder 11">
            <a:extLst>
              <a:ext uri="{FF2B5EF4-FFF2-40B4-BE49-F238E27FC236}">
                <a16:creationId xmlns:a16="http://schemas.microsoft.com/office/drawing/2014/main" id="{11ECCE1B-76DE-4A1E-8333-25D2181C6C61}"/>
              </a:ext>
            </a:extLst>
          </p:cNvPr>
          <p:cNvSpPr>
            <a:spLocks noGrp="1"/>
          </p:cNvSpPr>
          <p:nvPr>
            <p:ph type="dt" sz="half" idx="34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CB298-1CFE-4D17-A1F7-83EA5EBD9598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03871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B97B01E-88B2-448F-BD96-A1AAFA39A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068420"/>
            <a:ext cx="4434840" cy="823912"/>
          </a:xfrm>
          <a:solidFill>
            <a:schemeClr val="tx1"/>
          </a:solidFill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0BADDE2-4EE6-41B4-804C-EBF680128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95160" y="1068420"/>
            <a:ext cx="4434840" cy="823912"/>
          </a:xfrm>
          <a:solidFill>
            <a:schemeClr val="tx1"/>
          </a:solidFill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B0A14E0-899D-4594-BC9E-AE89BF0D3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1" y="2096752"/>
            <a:ext cx="4434840" cy="409291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2C699014-D902-4E9A-80CD-8D2BCFE670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95160" y="2096752"/>
            <a:ext cx="4434840" cy="409291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Date Placeholder 11">
            <a:extLst>
              <a:ext uri="{FF2B5EF4-FFF2-40B4-BE49-F238E27FC236}">
                <a16:creationId xmlns:a16="http://schemas.microsoft.com/office/drawing/2014/main" id="{27FEB5E0-D8AB-4855-97E5-3A35981DD4C6}"/>
              </a:ext>
            </a:extLst>
          </p:cNvPr>
          <p:cNvSpPr>
            <a:spLocks noGrp="1"/>
          </p:cNvSpPr>
          <p:nvPr>
            <p:ph type="dt" sz="half" idx="34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3C764-EDD4-4FB7-829D-F104848E6246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51476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32000" y="6356350"/>
            <a:ext cx="4114800" cy="365125"/>
          </a:xfrm>
        </p:spPr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C67C685-BABE-4B77-8C5E-B39B093D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1" y="457200"/>
            <a:ext cx="3159612" cy="1600200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6B7795-36CC-459B-AE8B-7FB2F40AF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1" y="2057400"/>
            <a:ext cx="3159612" cy="41265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F53EF1-D412-467C-B7CE-30536F140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0722" y="457201"/>
            <a:ext cx="6023727" cy="572678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11">
            <a:extLst>
              <a:ext uri="{FF2B5EF4-FFF2-40B4-BE49-F238E27FC236}">
                <a16:creationId xmlns:a16="http://schemas.microsoft.com/office/drawing/2014/main" id="{21B49D68-D2C7-4ADF-BCDB-DAC140D2CF4D}"/>
              </a:ext>
            </a:extLst>
          </p:cNvPr>
          <p:cNvSpPr>
            <a:spLocks noGrp="1"/>
          </p:cNvSpPr>
          <p:nvPr>
            <p:ph type="dt" sz="half" idx="34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33EA4-D49A-453C-B459-DBA1B3C2E2AA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20395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32000" y="6356350"/>
            <a:ext cx="4114800" cy="365125"/>
          </a:xfrm>
        </p:spPr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C67C685-BABE-4B77-8C5E-B39B093D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1" y="457200"/>
            <a:ext cx="3159612" cy="1600200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6B7795-36CC-459B-AE8B-7FB2F40AF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1" y="2057400"/>
            <a:ext cx="3159612" cy="41265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0319378-269C-406E-9B84-FCF22DA02E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788021" y="457201"/>
            <a:ext cx="5949868" cy="57267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Date Placeholder 11">
            <a:extLst>
              <a:ext uri="{FF2B5EF4-FFF2-40B4-BE49-F238E27FC236}">
                <a16:creationId xmlns:a16="http://schemas.microsoft.com/office/drawing/2014/main" id="{FBFC6286-D368-4BEC-89C6-51CBEFEC9145}"/>
              </a:ext>
            </a:extLst>
          </p:cNvPr>
          <p:cNvSpPr>
            <a:spLocks noGrp="1"/>
          </p:cNvSpPr>
          <p:nvPr>
            <p:ph type="dt" sz="half" idx="34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D9E07-7899-40CD-9DB6-282A8401C6C2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208673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Date Placeholder 11">
            <a:extLst>
              <a:ext uri="{FF2B5EF4-FFF2-40B4-BE49-F238E27FC236}">
                <a16:creationId xmlns:a16="http://schemas.microsoft.com/office/drawing/2014/main" id="{4373C48D-1071-484D-91FE-15CCCFD39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078EF-C434-49CD-9832-1A7A70938C8D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6363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10D190-B83D-438A-91BC-470C41B22A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11">
            <a:extLst>
              <a:ext uri="{FF2B5EF4-FFF2-40B4-BE49-F238E27FC236}">
                <a16:creationId xmlns:a16="http://schemas.microsoft.com/office/drawing/2014/main" id="{D88DE07B-02BD-46DA-82FE-1674A0E17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EA5E8-12C4-4C9E-A3D1-11B108BA3132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63027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22583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83636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89755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00975892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1DB724-9006-424E-A191-C08CB17EE2CA}"/>
              </a:ext>
            </a:extLst>
          </p:cNvPr>
          <p:cNvSpPr/>
          <p:nvPr userDrawn="1"/>
        </p:nvSpPr>
        <p:spPr>
          <a:xfrm>
            <a:off x="462336" y="315931"/>
            <a:ext cx="3113070" cy="622613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13FB2FD4-D355-49C8-B7E0-BC49131F2FEA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82645" y="553565"/>
            <a:ext cx="2672453" cy="2405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23722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1170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095449" y="3660"/>
            <a:ext cx="3600000" cy="36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97585" y="3870000"/>
            <a:ext cx="3600000" cy="29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175449" y="3870000"/>
            <a:ext cx="2520000" cy="190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97585" y="1733388"/>
            <a:ext cx="2520000" cy="19422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9640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4BAF68A-9D51-4222-8013-E9B5F82098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0903"/>
            <a:ext cx="11600704" cy="1140891"/>
          </a:xfrm>
          <a:prstGeom prst="rect">
            <a:avLst/>
          </a:prstGeom>
        </p:spPr>
      </p:pic>
      <p:pic>
        <p:nvPicPr>
          <p:cNvPr id="3" name="Picture 3" descr="E:\002-KIMS BUSINESS\007-02-MaxPPT-Contents\150902-com-Global-Laptop\mo900.png">
            <a:extLst>
              <a:ext uri="{FF2B5EF4-FFF2-40B4-BE49-F238E27FC236}">
                <a16:creationId xmlns:a16="http://schemas.microsoft.com/office/drawing/2014/main" id="{1C4F8B41-3F98-4240-8891-4ADABC669A4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53"/>
          <a:stretch/>
        </p:blipFill>
        <p:spPr bwMode="auto">
          <a:xfrm flipH="1">
            <a:off x="8509450" y="2348880"/>
            <a:ext cx="3683812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8CB46E1-8EB0-4782-9CDE-623B6BC6877B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898129" y="2735416"/>
            <a:ext cx="1672517" cy="2613110"/>
          </a:xfrm>
          <a:custGeom>
            <a:avLst/>
            <a:gdLst>
              <a:gd name="connsiteX0" fmla="*/ 0 w 1296000"/>
              <a:gd name="connsiteY0" fmla="*/ 0 h 2700000"/>
              <a:gd name="connsiteX1" fmla="*/ 1296000 w 1296000"/>
              <a:gd name="connsiteY1" fmla="*/ 0 h 2700000"/>
              <a:gd name="connsiteX2" fmla="*/ 1296000 w 1296000"/>
              <a:gd name="connsiteY2" fmla="*/ 2700000 h 2700000"/>
              <a:gd name="connsiteX3" fmla="*/ 0 w 1296000"/>
              <a:gd name="connsiteY3" fmla="*/ 2700000 h 2700000"/>
              <a:gd name="connsiteX4" fmla="*/ 0 w 1296000"/>
              <a:gd name="connsiteY4" fmla="*/ 0 h 2700000"/>
              <a:gd name="connsiteX0" fmla="*/ 0 w 1436677"/>
              <a:gd name="connsiteY0" fmla="*/ 0 h 2745513"/>
              <a:gd name="connsiteX1" fmla="*/ 1436677 w 1436677"/>
              <a:gd name="connsiteY1" fmla="*/ 45513 h 2745513"/>
              <a:gd name="connsiteX2" fmla="*/ 1436677 w 1436677"/>
              <a:gd name="connsiteY2" fmla="*/ 2745513 h 2745513"/>
              <a:gd name="connsiteX3" fmla="*/ 140677 w 1436677"/>
              <a:gd name="connsiteY3" fmla="*/ 2745513 h 2745513"/>
              <a:gd name="connsiteX4" fmla="*/ 0 w 1436677"/>
              <a:gd name="connsiteY4" fmla="*/ 0 h 2745513"/>
              <a:gd name="connsiteX0" fmla="*/ 0 w 1453227"/>
              <a:gd name="connsiteY0" fmla="*/ 0 h 2745513"/>
              <a:gd name="connsiteX1" fmla="*/ 1453227 w 1453227"/>
              <a:gd name="connsiteY1" fmla="*/ 45513 h 2745513"/>
              <a:gd name="connsiteX2" fmla="*/ 1453227 w 1453227"/>
              <a:gd name="connsiteY2" fmla="*/ 2745513 h 2745513"/>
              <a:gd name="connsiteX3" fmla="*/ 157227 w 1453227"/>
              <a:gd name="connsiteY3" fmla="*/ 2745513 h 2745513"/>
              <a:gd name="connsiteX4" fmla="*/ 0 w 1453227"/>
              <a:gd name="connsiteY4" fmla="*/ 0 h 2745513"/>
              <a:gd name="connsiteX0" fmla="*/ 0 w 1523565"/>
              <a:gd name="connsiteY0" fmla="*/ 0 h 2745513"/>
              <a:gd name="connsiteX1" fmla="*/ 1523565 w 1523565"/>
              <a:gd name="connsiteY1" fmla="*/ 16550 h 2745513"/>
              <a:gd name="connsiteX2" fmla="*/ 1453227 w 1523565"/>
              <a:gd name="connsiteY2" fmla="*/ 2745513 h 2745513"/>
              <a:gd name="connsiteX3" fmla="*/ 157227 w 1523565"/>
              <a:gd name="connsiteY3" fmla="*/ 2745513 h 2745513"/>
              <a:gd name="connsiteX4" fmla="*/ 0 w 1523565"/>
              <a:gd name="connsiteY4" fmla="*/ 0 h 2745513"/>
              <a:gd name="connsiteX0" fmla="*/ 0 w 1672517"/>
              <a:gd name="connsiteY0" fmla="*/ 0 h 2745513"/>
              <a:gd name="connsiteX1" fmla="*/ 1523565 w 1672517"/>
              <a:gd name="connsiteY1" fmla="*/ 16550 h 2745513"/>
              <a:gd name="connsiteX2" fmla="*/ 1672517 w 1672517"/>
              <a:gd name="connsiteY2" fmla="*/ 2580011 h 2745513"/>
              <a:gd name="connsiteX3" fmla="*/ 157227 w 1672517"/>
              <a:gd name="connsiteY3" fmla="*/ 2745513 h 2745513"/>
              <a:gd name="connsiteX4" fmla="*/ 0 w 1672517"/>
              <a:gd name="connsiteY4" fmla="*/ 0 h 2745513"/>
              <a:gd name="connsiteX0" fmla="*/ 0 w 1672517"/>
              <a:gd name="connsiteY0" fmla="*/ 0 h 2580011"/>
              <a:gd name="connsiteX1" fmla="*/ 1523565 w 1672517"/>
              <a:gd name="connsiteY1" fmla="*/ 16550 h 2580011"/>
              <a:gd name="connsiteX2" fmla="*/ 1672517 w 1672517"/>
              <a:gd name="connsiteY2" fmla="*/ 2580011 h 2580011"/>
              <a:gd name="connsiteX3" fmla="*/ 165502 w 1672517"/>
              <a:gd name="connsiteY3" fmla="*/ 2563460 h 2580011"/>
              <a:gd name="connsiteX4" fmla="*/ 0 w 1672517"/>
              <a:gd name="connsiteY4" fmla="*/ 0 h 2580011"/>
              <a:gd name="connsiteX0" fmla="*/ 0 w 1672517"/>
              <a:gd name="connsiteY0" fmla="*/ 0 h 2604835"/>
              <a:gd name="connsiteX1" fmla="*/ 1523565 w 1672517"/>
              <a:gd name="connsiteY1" fmla="*/ 16550 h 2604835"/>
              <a:gd name="connsiteX2" fmla="*/ 1672517 w 1672517"/>
              <a:gd name="connsiteY2" fmla="*/ 2580011 h 2604835"/>
              <a:gd name="connsiteX3" fmla="*/ 161364 w 1672517"/>
              <a:gd name="connsiteY3" fmla="*/ 2604835 h 2604835"/>
              <a:gd name="connsiteX4" fmla="*/ 0 w 1672517"/>
              <a:gd name="connsiteY4" fmla="*/ 0 h 2604835"/>
              <a:gd name="connsiteX0" fmla="*/ 0 w 1672517"/>
              <a:gd name="connsiteY0" fmla="*/ 0 h 2613110"/>
              <a:gd name="connsiteX1" fmla="*/ 1523565 w 1672517"/>
              <a:gd name="connsiteY1" fmla="*/ 16550 h 2613110"/>
              <a:gd name="connsiteX2" fmla="*/ 1672517 w 1672517"/>
              <a:gd name="connsiteY2" fmla="*/ 2580011 h 2613110"/>
              <a:gd name="connsiteX3" fmla="*/ 161364 w 1672517"/>
              <a:gd name="connsiteY3" fmla="*/ 2613110 h 2613110"/>
              <a:gd name="connsiteX4" fmla="*/ 0 w 1672517"/>
              <a:gd name="connsiteY4" fmla="*/ 0 h 2613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2517" h="2613110">
                <a:moveTo>
                  <a:pt x="0" y="0"/>
                </a:moveTo>
                <a:lnTo>
                  <a:pt x="1523565" y="16550"/>
                </a:lnTo>
                <a:lnTo>
                  <a:pt x="1672517" y="2580011"/>
                </a:lnTo>
                <a:lnTo>
                  <a:pt x="161364" y="261311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latin typeface="Arial" pitchFamily="34" charset="0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88CF590-A7AC-47AA-9D77-5FF843A9C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9320929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Small Image">
    <p:bg>
      <p:bgPr>
        <a:solidFill>
          <a:srgbClr val="1B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80476" y="0"/>
            <a:ext cx="2211524" cy="6858000"/>
          </a:xfrm>
          <a:solidFill>
            <a:srgbClr val="28B84C"/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tx1"/>
                </a:solidFill>
                <a:latin typeface="D-DIN Exp" panose="020B0504020202030204" pitchFamily="34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1904" y="4650539"/>
            <a:ext cx="3401478" cy="1192038"/>
          </a:xfrm>
          <a:solidFill>
            <a:schemeClr val="tx1"/>
          </a:solidFill>
        </p:spPr>
        <p:txBody>
          <a:bodyPr lIns="252000" tIns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D-DIN Exp" panose="020B0504020202030204" pitchFamily="34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7960410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54ED587-2D2F-4D3F-B55B-C64465AB4EC5}"/>
              </a:ext>
            </a:extLst>
          </p:cNvPr>
          <p:cNvSpPr/>
          <p:nvPr/>
        </p:nvSpPr>
        <p:spPr>
          <a:xfrm>
            <a:off x="69274" y="66963"/>
            <a:ext cx="9911201" cy="67273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bg1"/>
                </a:solidFill>
                <a:latin typeface="D-DIN Exp" panose="020B0504020202030204" pitchFamily="34" charset="0"/>
              </a:defRPr>
            </a:lvl1pPr>
          </a:lstStyle>
          <a:p>
            <a:r>
              <a:rPr lang="en-US" noProof="0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6418" y="4650539"/>
            <a:ext cx="2456210" cy="1192038"/>
          </a:xfrm>
          <a:solidFill>
            <a:schemeClr val="bg1"/>
          </a:solidFill>
        </p:spPr>
        <p:txBody>
          <a:bodyPr lIns="252000" tIns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D-DIN Exp" panose="020B0504020202030204" pitchFamily="34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570296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069FFAE5-B16E-4571-88F7-52FA5354B1A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273" y="63691"/>
            <a:ext cx="9911201" cy="6727346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6418" y="4650539"/>
            <a:ext cx="2456210" cy="1192038"/>
          </a:xfrm>
          <a:solidFill>
            <a:schemeClr val="bg1"/>
          </a:solidFill>
        </p:spPr>
        <p:txBody>
          <a:bodyPr lIns="252000" tIns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502409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1599E2D7-24B3-4D66-9AFB-83C1AEC4DBB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980476" y="0"/>
            <a:ext cx="2211524" cy="6192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86" y="1807950"/>
            <a:ext cx="5184913" cy="432000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  <a:latin typeface="D-DIN Exp" panose="020B0504020202030204" pitchFamily="34" charset="0"/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44886" y="2383950"/>
            <a:ext cx="5184913" cy="360000"/>
          </a:xfrm>
        </p:spPr>
        <p:txBody>
          <a:bodyPr/>
          <a:lstStyle>
            <a:lvl1pPr marL="0" indent="0" algn="r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45000" y="2908300"/>
            <a:ext cx="5184800" cy="3283700"/>
          </a:xfrm>
          <a:solidFill>
            <a:schemeClr val="bg1"/>
          </a:solidFill>
        </p:spPr>
        <p:txBody>
          <a:bodyPr lIns="180000" tIns="252000" rIns="252000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Date Placeholder 11">
            <a:extLst>
              <a:ext uri="{FF2B5EF4-FFF2-40B4-BE49-F238E27FC236}">
                <a16:creationId xmlns:a16="http://schemas.microsoft.com/office/drawing/2014/main" id="{F9B83A9E-81D3-4A49-BE50-AF2E6CA985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2EA08-1FCE-4F81-B0EA-993277F0BA82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358376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800" y="1891646"/>
            <a:ext cx="3736800" cy="3933645"/>
          </a:xfrm>
          <a:solidFill>
            <a:schemeClr val="bg1"/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492C2A1D-F7BD-46B6-BC01-15D365ACD50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51102" y="1891645"/>
            <a:ext cx="3737526" cy="3933645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4F1543-153D-4F77-A4A9-C9BBA1C2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9131100" cy="432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FAA210E-391A-499A-89D5-F222045FD1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6895900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8" name="Date Placeholder 11">
            <a:extLst>
              <a:ext uri="{FF2B5EF4-FFF2-40B4-BE49-F238E27FC236}">
                <a16:creationId xmlns:a16="http://schemas.microsoft.com/office/drawing/2014/main" id="{55BE9FD5-FEBC-4139-9E04-4612E72EC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96513-1330-4FDB-9D6B-E6E1833CA6FD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95577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 dirty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432296"/>
            <a:ext cx="4500000" cy="527076"/>
          </a:xfrm>
          <a:solidFill>
            <a:schemeClr val="tx1"/>
          </a:solidFill>
        </p:spPr>
        <p:txBody>
          <a:bodyPr lIns="180000" tIns="3600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4500000" cy="416833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29800" y="1433105"/>
            <a:ext cx="4500000" cy="525283"/>
          </a:xfrm>
          <a:solidFill>
            <a:schemeClr val="tx1"/>
          </a:solidFill>
        </p:spPr>
        <p:txBody>
          <a:bodyPr lIns="180000" tIns="3600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29800" y="2020359"/>
            <a:ext cx="4500000" cy="417089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Date Placeholder 11">
            <a:extLst>
              <a:ext uri="{FF2B5EF4-FFF2-40B4-BE49-F238E27FC236}">
                <a16:creationId xmlns:a16="http://schemas.microsoft.com/office/drawing/2014/main" id="{0788AC63-1186-4D9D-9039-F2341F3B50AC}"/>
              </a:ext>
            </a:extLst>
          </p:cNvPr>
          <p:cNvSpPr>
            <a:spLocks noGrp="1"/>
          </p:cNvSpPr>
          <p:nvPr>
            <p:ph type="dt" sz="half" idx="34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1F5AF-0E38-494F-A70E-975ED8A0D6B9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206562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99200" y="432000"/>
            <a:ext cx="5472113" cy="575925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75314" y="5096632"/>
            <a:ext cx="2028686" cy="1094618"/>
          </a:xfrm>
        </p:spPr>
        <p:txBody>
          <a:bodyPr anchor="b"/>
          <a:lstStyle>
            <a:lvl1pPr marL="0" indent="0" algn="r">
              <a:buNone/>
              <a:defRPr i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Enter your caption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5951D2-91DB-40E7-95D5-4B372602DE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8F8443E-0D06-4057-933B-C87E884C5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Date Placeholder 11">
            <a:extLst>
              <a:ext uri="{FF2B5EF4-FFF2-40B4-BE49-F238E27FC236}">
                <a16:creationId xmlns:a16="http://schemas.microsoft.com/office/drawing/2014/main" id="{4352D462-0D60-435A-9435-38E08DDBA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E8B58-1D37-41FC-A1EA-8F31EE2DFF2B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793932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4360" y="2112793"/>
            <a:ext cx="6798250" cy="1674470"/>
          </a:xfrm>
        </p:spPr>
        <p:txBody>
          <a:bodyPr anchor="ctr"/>
          <a:lstStyle>
            <a:lvl1pPr algn="ctr">
              <a:lnSpc>
                <a:spcPct val="100000"/>
              </a:lnSpc>
              <a:defRPr sz="6000" b="1" cap="all" spc="-3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A3EFDD3-A9D2-4EB6-BB2A-F6999D9F7E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74361" y="4035727"/>
            <a:ext cx="3329850" cy="382887"/>
          </a:xfrm>
        </p:spPr>
        <p:txBody>
          <a:bodyPr/>
          <a:lstStyle>
            <a:lvl1pPr marL="0" indent="0" algn="r">
              <a:buNone/>
              <a:defRPr sz="2400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61ED1F7-B623-43D9-9BDA-8808C5CFAF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2268" y="4150118"/>
            <a:ext cx="2910342" cy="238016"/>
          </a:xfrm>
        </p:spPr>
        <p:txBody>
          <a:bodyPr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 Number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27366FC-4115-4122-9CE2-5FA9D424AD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62268" y="4540691"/>
            <a:ext cx="2910342" cy="238016"/>
          </a:xfrm>
        </p:spPr>
        <p:txBody>
          <a:bodyPr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EB36829-2F8B-4E22-AB6D-4111D18AF8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62268" y="4931263"/>
            <a:ext cx="2910342" cy="238016"/>
          </a:xfrm>
        </p:spPr>
        <p:txBody>
          <a:bodyPr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Company Website</a:t>
            </a:r>
          </a:p>
        </p:txBody>
      </p:sp>
    </p:spTree>
    <p:extLst>
      <p:ext uri="{BB962C8B-B14F-4D97-AF65-F5344CB8AC3E}">
        <p14:creationId xmlns:p14="http://schemas.microsoft.com/office/powerpoint/2010/main" val="32963094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9198116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2953D-28FC-41B5-A1BB-BB3BA7CA40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Date Placeholder 11">
            <a:extLst>
              <a:ext uri="{FF2B5EF4-FFF2-40B4-BE49-F238E27FC236}">
                <a16:creationId xmlns:a16="http://schemas.microsoft.com/office/drawing/2014/main" id="{56027F48-83CA-466F-B1CB-4EA691B82F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E1222-B7B7-4A20-B2AA-CE999386D5B3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383154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916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72900" y="1511476"/>
            <a:ext cx="2916000" cy="467924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13800" y="1511475"/>
            <a:ext cx="2916000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Date Placeholder 11">
            <a:extLst>
              <a:ext uri="{FF2B5EF4-FFF2-40B4-BE49-F238E27FC236}">
                <a16:creationId xmlns:a16="http://schemas.microsoft.com/office/drawing/2014/main" id="{CCE5C08A-8CCD-49F9-BC56-45AE189395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9B4CD-86C1-4E36-A25B-2C1FFB4106F1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502958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1764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90450" y="1512000"/>
            <a:ext cx="1764000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8900" y="1512000"/>
            <a:ext cx="1764000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7350" y="1507535"/>
            <a:ext cx="1764000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65800" y="1507535"/>
            <a:ext cx="1764000" cy="468371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8293F-A5B5-4FCC-BF27-A25B1BAFF24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Date Placeholder 11">
            <a:extLst>
              <a:ext uri="{FF2B5EF4-FFF2-40B4-BE49-F238E27FC236}">
                <a16:creationId xmlns:a16="http://schemas.microsoft.com/office/drawing/2014/main" id="{6DADD4B4-5C73-4792-BB92-9752D20AC8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5F1E6-0BC3-4497-A703-24B67DF30BCD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932248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9198116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01980-CBAE-4A50-886D-54D7BB2E19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Date Placeholder 11">
            <a:extLst>
              <a:ext uri="{FF2B5EF4-FFF2-40B4-BE49-F238E27FC236}">
                <a16:creationId xmlns:a16="http://schemas.microsoft.com/office/drawing/2014/main" id="{FF0CA88E-BD81-40F0-9E5D-FE2F72D7E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FE44C-3BB2-4535-A4F3-87A87B390928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35744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DF756E-F310-4229-ACDD-055D299A95FB}"/>
              </a:ext>
            </a:extLst>
          </p:cNvPr>
          <p:cNvSpPr/>
          <p:nvPr/>
        </p:nvSpPr>
        <p:spPr>
          <a:xfrm>
            <a:off x="6297105" y="424206"/>
            <a:ext cx="5505254" cy="57314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5951D2-91DB-40E7-95D5-4B372602DE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7666241-4AF6-458A-A571-6C6C291D7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2775" y="3639199"/>
            <a:ext cx="5053936" cy="1192038"/>
          </a:xfrm>
          <a:solidFill>
            <a:schemeClr val="bg1"/>
          </a:solidFill>
        </p:spPr>
        <p:txBody>
          <a:bodyPr lIns="252000" tIns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4F2BBF-F210-4954-9C73-A0030AACD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775" y="993303"/>
            <a:ext cx="5053936" cy="2513468"/>
          </a:xfrm>
        </p:spPr>
        <p:txBody>
          <a:bodyPr/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Date Placeholder 11">
            <a:extLst>
              <a:ext uri="{FF2B5EF4-FFF2-40B4-BE49-F238E27FC236}">
                <a16:creationId xmlns:a16="http://schemas.microsoft.com/office/drawing/2014/main" id="{55AEBDC9-FBBE-4AD6-9EA6-D977D3F728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60EEC-A857-42E1-8827-D6091A1F6CBB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176336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D1EE834-4B70-4715-8346-1C0298347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46375"/>
            <a:ext cx="9198000" cy="5130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11">
            <a:extLst>
              <a:ext uri="{FF2B5EF4-FFF2-40B4-BE49-F238E27FC236}">
                <a16:creationId xmlns:a16="http://schemas.microsoft.com/office/drawing/2014/main" id="{92F03C70-5A8C-4ACC-8557-037202D95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647DD-5333-4951-A21E-86BFDCBC88CB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15511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E43F4C-1A64-4197-A44B-E6EB874E2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046376"/>
            <a:ext cx="4435831" cy="5130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7B3F5B8-DC28-4878-AC9F-D434D7542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4169" y="1046376"/>
            <a:ext cx="4435831" cy="5130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Date Placeholder 11">
            <a:extLst>
              <a:ext uri="{FF2B5EF4-FFF2-40B4-BE49-F238E27FC236}">
                <a16:creationId xmlns:a16="http://schemas.microsoft.com/office/drawing/2014/main" id="{EE21B0C6-17AA-4CFA-9D54-2DC336E9C73E}"/>
              </a:ext>
            </a:extLst>
          </p:cNvPr>
          <p:cNvSpPr>
            <a:spLocks noGrp="1"/>
          </p:cNvSpPr>
          <p:nvPr>
            <p:ph type="dt" sz="half" idx="34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4F29F-B798-4BB5-9FAC-ADD910450319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018333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B97B01E-88B2-448F-BD96-A1AAFA39A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068420"/>
            <a:ext cx="4434840" cy="823912"/>
          </a:xfrm>
          <a:solidFill>
            <a:schemeClr val="tx1"/>
          </a:solidFill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0BADDE2-4EE6-41B4-804C-EBF680128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95160" y="1068420"/>
            <a:ext cx="4434840" cy="823912"/>
          </a:xfrm>
          <a:solidFill>
            <a:schemeClr val="tx1"/>
          </a:solidFill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B0A14E0-899D-4594-BC9E-AE89BF0D3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1" y="2096752"/>
            <a:ext cx="4434840" cy="409291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2C699014-D902-4E9A-80CD-8D2BCFE670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95160" y="2096752"/>
            <a:ext cx="4434840" cy="409291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Date Placeholder 11">
            <a:extLst>
              <a:ext uri="{FF2B5EF4-FFF2-40B4-BE49-F238E27FC236}">
                <a16:creationId xmlns:a16="http://schemas.microsoft.com/office/drawing/2014/main" id="{775C6C5E-B8E9-4186-9D8E-C83F85B04ABB}"/>
              </a:ext>
            </a:extLst>
          </p:cNvPr>
          <p:cNvSpPr>
            <a:spLocks noGrp="1"/>
          </p:cNvSpPr>
          <p:nvPr>
            <p:ph type="dt" sz="half" idx="34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3C602-65C9-45FA-B2E0-737166E57B3D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16125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32000" y="6356350"/>
            <a:ext cx="4114800" cy="365125"/>
          </a:xfrm>
        </p:spPr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C67C685-BABE-4B77-8C5E-B39B093D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1" y="457200"/>
            <a:ext cx="3159612" cy="1600200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6B7795-36CC-459B-AE8B-7FB2F40AF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1" y="2057400"/>
            <a:ext cx="3159612" cy="41265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F53EF1-D412-467C-B7CE-30536F140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0722" y="457201"/>
            <a:ext cx="6023727" cy="572678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11">
            <a:extLst>
              <a:ext uri="{FF2B5EF4-FFF2-40B4-BE49-F238E27FC236}">
                <a16:creationId xmlns:a16="http://schemas.microsoft.com/office/drawing/2014/main" id="{0BFA25B3-7ACE-4980-856C-6A9C8F6FD432}"/>
              </a:ext>
            </a:extLst>
          </p:cNvPr>
          <p:cNvSpPr>
            <a:spLocks noGrp="1"/>
          </p:cNvSpPr>
          <p:nvPr>
            <p:ph type="dt" sz="half" idx="34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39ABC-F665-4421-A376-5110795F1859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273453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32000" y="6356350"/>
            <a:ext cx="4114800" cy="365125"/>
          </a:xfrm>
        </p:spPr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C67C685-BABE-4B77-8C5E-B39B093D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1" y="457200"/>
            <a:ext cx="3159612" cy="1600200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6B7795-36CC-459B-AE8B-7FB2F40AF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1" y="2057400"/>
            <a:ext cx="3159612" cy="41265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0319378-269C-406E-9B84-FCF22DA02E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788021" y="457201"/>
            <a:ext cx="5949868" cy="57267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Date Placeholder 11">
            <a:extLst>
              <a:ext uri="{FF2B5EF4-FFF2-40B4-BE49-F238E27FC236}">
                <a16:creationId xmlns:a16="http://schemas.microsoft.com/office/drawing/2014/main" id="{849E79F6-4C52-4F0D-BDB1-3C4639622A01}"/>
              </a:ext>
            </a:extLst>
          </p:cNvPr>
          <p:cNvSpPr>
            <a:spLocks noGrp="1"/>
          </p:cNvSpPr>
          <p:nvPr>
            <p:ph type="dt" sz="half" idx="34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E5804-70C1-47B3-8979-C218AF4D0896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332567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Date Placeholder 11">
            <a:extLst>
              <a:ext uri="{FF2B5EF4-FFF2-40B4-BE49-F238E27FC236}">
                <a16:creationId xmlns:a16="http://schemas.microsoft.com/office/drawing/2014/main" id="{A8E6B32F-AFCA-4D09-B6B9-96FD2B730C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019EB-B5BB-4EFF-9426-BE27AA6AD7F9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736509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10D190-B83D-438A-91BC-470C41B22A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11">
            <a:extLst>
              <a:ext uri="{FF2B5EF4-FFF2-40B4-BE49-F238E27FC236}">
                <a16:creationId xmlns:a16="http://schemas.microsoft.com/office/drawing/2014/main" id="{652D33C7-7A69-4D02-B907-2F9370C32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885D69-302E-4146-90A7-04279DFE6595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604937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Small Image">
    <p:bg>
      <p:bgPr>
        <a:solidFill>
          <a:srgbClr val="1B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80476" y="0"/>
            <a:ext cx="2211524" cy="6858000"/>
          </a:xfrm>
          <a:solidFill>
            <a:srgbClr val="28B84C"/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tx1"/>
                </a:solidFill>
                <a:latin typeface="D-DIN Exp" panose="020B0504020202030204" pitchFamily="34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1904" y="4650539"/>
            <a:ext cx="3401478" cy="1192038"/>
          </a:xfrm>
          <a:solidFill>
            <a:schemeClr val="tx1"/>
          </a:solidFill>
        </p:spPr>
        <p:txBody>
          <a:bodyPr lIns="252000" tIns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D-DIN Exp" panose="020B0504020202030204" pitchFamily="34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9053142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54ED587-2D2F-4D3F-B55B-C64465AB4EC5}"/>
              </a:ext>
            </a:extLst>
          </p:cNvPr>
          <p:cNvSpPr/>
          <p:nvPr/>
        </p:nvSpPr>
        <p:spPr>
          <a:xfrm>
            <a:off x="69274" y="66963"/>
            <a:ext cx="9911201" cy="67273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bg1"/>
                </a:solidFill>
                <a:latin typeface="D-DIN Exp" panose="020B0504020202030204" pitchFamily="34" charset="0"/>
              </a:defRPr>
            </a:lvl1pPr>
          </a:lstStyle>
          <a:p>
            <a:r>
              <a:rPr lang="en-US" noProof="0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6418" y="4650539"/>
            <a:ext cx="2456210" cy="1192038"/>
          </a:xfrm>
          <a:solidFill>
            <a:schemeClr val="bg1"/>
          </a:solidFill>
        </p:spPr>
        <p:txBody>
          <a:bodyPr lIns="252000" tIns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D-DIN Exp" panose="020B0504020202030204" pitchFamily="34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1470100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069FFAE5-B16E-4571-88F7-52FA5354B1A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273" y="63691"/>
            <a:ext cx="9911201" cy="6727346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6418" y="4650539"/>
            <a:ext cx="2456210" cy="1192038"/>
          </a:xfrm>
          <a:solidFill>
            <a:schemeClr val="bg1"/>
          </a:solidFill>
        </p:spPr>
        <p:txBody>
          <a:bodyPr lIns="252000" tIns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4537251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1599E2D7-24B3-4D66-9AFB-83C1AEC4DBB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980476" y="0"/>
            <a:ext cx="2211524" cy="6192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86" y="1807950"/>
            <a:ext cx="5184913" cy="432000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  <a:latin typeface="D-DIN Exp" panose="020B0504020202030204" pitchFamily="34" charset="0"/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44886" y="2383950"/>
            <a:ext cx="5184913" cy="360000"/>
          </a:xfrm>
        </p:spPr>
        <p:txBody>
          <a:bodyPr/>
          <a:lstStyle>
            <a:lvl1pPr marL="0" indent="0" algn="r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45000" y="2908300"/>
            <a:ext cx="5184800" cy="3283700"/>
          </a:xfrm>
          <a:solidFill>
            <a:schemeClr val="bg1"/>
          </a:solidFill>
        </p:spPr>
        <p:txBody>
          <a:bodyPr lIns="180000" tIns="252000" rIns="252000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Date Placeholder 11">
            <a:extLst>
              <a:ext uri="{FF2B5EF4-FFF2-40B4-BE49-F238E27FC236}">
                <a16:creationId xmlns:a16="http://schemas.microsoft.com/office/drawing/2014/main" id="{F9B83A9E-81D3-4A49-BE50-AF2E6CA985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6E1D0-D9BA-4198-B0DC-FA8955248521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042292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800" y="1891646"/>
            <a:ext cx="3736800" cy="3933645"/>
          </a:xfrm>
          <a:solidFill>
            <a:schemeClr val="bg1"/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492C2A1D-F7BD-46B6-BC01-15D365ACD50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51102" y="1891645"/>
            <a:ext cx="3737526" cy="3933645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4F1543-153D-4F77-A4A9-C9BBA1C2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9131100" cy="432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FAA210E-391A-499A-89D5-F222045FD1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6895900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8" name="Date Placeholder 11">
            <a:extLst>
              <a:ext uri="{FF2B5EF4-FFF2-40B4-BE49-F238E27FC236}">
                <a16:creationId xmlns:a16="http://schemas.microsoft.com/office/drawing/2014/main" id="{55BE9FD5-FEBC-4139-9E04-4612E72EC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E8C8C-5982-4685-9AE6-CE100D95844A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10549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 dirty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432296"/>
            <a:ext cx="4500000" cy="527076"/>
          </a:xfrm>
          <a:solidFill>
            <a:schemeClr val="tx1"/>
          </a:solidFill>
        </p:spPr>
        <p:txBody>
          <a:bodyPr lIns="180000" tIns="3600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4500000" cy="416833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29800" y="1433105"/>
            <a:ext cx="4500000" cy="525283"/>
          </a:xfrm>
          <a:solidFill>
            <a:schemeClr val="tx1"/>
          </a:solidFill>
        </p:spPr>
        <p:txBody>
          <a:bodyPr lIns="180000" tIns="3600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29800" y="2020359"/>
            <a:ext cx="4500000" cy="417089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Date Placeholder 11">
            <a:extLst>
              <a:ext uri="{FF2B5EF4-FFF2-40B4-BE49-F238E27FC236}">
                <a16:creationId xmlns:a16="http://schemas.microsoft.com/office/drawing/2014/main" id="{0788AC63-1186-4D9D-9039-F2341F3B50AC}"/>
              </a:ext>
            </a:extLst>
          </p:cNvPr>
          <p:cNvSpPr>
            <a:spLocks noGrp="1"/>
          </p:cNvSpPr>
          <p:nvPr>
            <p:ph type="dt" sz="half" idx="34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70C95-C95D-466E-9744-A2D65236D00F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146233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99200" y="432000"/>
            <a:ext cx="5472113" cy="575925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75314" y="5096632"/>
            <a:ext cx="2028686" cy="1094618"/>
          </a:xfrm>
        </p:spPr>
        <p:txBody>
          <a:bodyPr anchor="b"/>
          <a:lstStyle>
            <a:lvl1pPr marL="0" indent="0" algn="r">
              <a:buNone/>
              <a:defRPr i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Enter your caption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5951D2-91DB-40E7-95D5-4B372602DE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8F8443E-0D06-4057-933B-C87E884C5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Date Placeholder 11">
            <a:extLst>
              <a:ext uri="{FF2B5EF4-FFF2-40B4-BE49-F238E27FC236}">
                <a16:creationId xmlns:a16="http://schemas.microsoft.com/office/drawing/2014/main" id="{4352D462-0D60-435A-9435-38E08DDBA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B22B3-5442-4F7B-A290-48190B596563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06594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4360" y="2112793"/>
            <a:ext cx="6798250" cy="1674470"/>
          </a:xfrm>
        </p:spPr>
        <p:txBody>
          <a:bodyPr anchor="ctr"/>
          <a:lstStyle>
            <a:lvl1pPr algn="ctr">
              <a:lnSpc>
                <a:spcPct val="100000"/>
              </a:lnSpc>
              <a:defRPr sz="6000" b="1" cap="all" spc="-3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A3EFDD3-A9D2-4EB6-BB2A-F6999D9F7E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74361" y="4035727"/>
            <a:ext cx="3329850" cy="382887"/>
          </a:xfrm>
        </p:spPr>
        <p:txBody>
          <a:bodyPr/>
          <a:lstStyle>
            <a:lvl1pPr marL="0" indent="0" algn="r">
              <a:buNone/>
              <a:defRPr sz="2400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61ED1F7-B623-43D9-9BDA-8808C5CFAF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2268" y="4150118"/>
            <a:ext cx="2910342" cy="238016"/>
          </a:xfrm>
        </p:spPr>
        <p:txBody>
          <a:bodyPr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 Number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27366FC-4115-4122-9CE2-5FA9D424AD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62268" y="4540691"/>
            <a:ext cx="2910342" cy="238016"/>
          </a:xfrm>
        </p:spPr>
        <p:txBody>
          <a:bodyPr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EB36829-2F8B-4E22-AB6D-4111D18AF8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62268" y="4931263"/>
            <a:ext cx="2910342" cy="238016"/>
          </a:xfrm>
        </p:spPr>
        <p:txBody>
          <a:bodyPr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Company Website</a:t>
            </a:r>
          </a:p>
        </p:txBody>
      </p:sp>
    </p:spTree>
    <p:extLst>
      <p:ext uri="{BB962C8B-B14F-4D97-AF65-F5344CB8AC3E}">
        <p14:creationId xmlns:p14="http://schemas.microsoft.com/office/powerpoint/2010/main" val="198931121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9198116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2953D-28FC-41B5-A1BB-BB3BA7CA40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Date Placeholder 11">
            <a:extLst>
              <a:ext uri="{FF2B5EF4-FFF2-40B4-BE49-F238E27FC236}">
                <a16:creationId xmlns:a16="http://schemas.microsoft.com/office/drawing/2014/main" id="{56027F48-83CA-466F-B1CB-4EA691B82F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C3BA1-F1DC-4FF4-86F5-8F3A4C82452D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871351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916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72900" y="1511476"/>
            <a:ext cx="2916000" cy="467924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13800" y="1511475"/>
            <a:ext cx="2916000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Date Placeholder 11">
            <a:extLst>
              <a:ext uri="{FF2B5EF4-FFF2-40B4-BE49-F238E27FC236}">
                <a16:creationId xmlns:a16="http://schemas.microsoft.com/office/drawing/2014/main" id="{CCE5C08A-8CCD-49F9-BC56-45AE189395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6EF92-4BA3-49B5-BBDF-9346000304C1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893677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1764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90450" y="1512000"/>
            <a:ext cx="1764000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8900" y="1512000"/>
            <a:ext cx="1764000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7350" y="1507535"/>
            <a:ext cx="1764000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65800" y="1507535"/>
            <a:ext cx="1764000" cy="468371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8293F-A5B5-4FCC-BF27-A25B1BAFF24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Date Placeholder 11">
            <a:extLst>
              <a:ext uri="{FF2B5EF4-FFF2-40B4-BE49-F238E27FC236}">
                <a16:creationId xmlns:a16="http://schemas.microsoft.com/office/drawing/2014/main" id="{6DADD4B4-5C73-4792-BB92-9752D20AC8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8592A-C933-412A-815C-6F33F99AB963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354371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9198116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01980-CBAE-4A50-886D-54D7BB2E19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Date Placeholder 11">
            <a:extLst>
              <a:ext uri="{FF2B5EF4-FFF2-40B4-BE49-F238E27FC236}">
                <a16:creationId xmlns:a16="http://schemas.microsoft.com/office/drawing/2014/main" id="{FF0CA88E-BD81-40F0-9E5D-FE2F72D7E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64699-B4A4-46D9-A9CB-6AC9612D7AF7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647244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DF756E-F310-4229-ACDD-055D299A95FB}"/>
              </a:ext>
            </a:extLst>
          </p:cNvPr>
          <p:cNvSpPr/>
          <p:nvPr/>
        </p:nvSpPr>
        <p:spPr>
          <a:xfrm>
            <a:off x="6297105" y="424206"/>
            <a:ext cx="5505254" cy="57314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5951D2-91DB-40E7-95D5-4B372602DE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7666241-4AF6-458A-A571-6C6C291D7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2775" y="3639199"/>
            <a:ext cx="5053936" cy="1192038"/>
          </a:xfrm>
          <a:solidFill>
            <a:schemeClr val="bg1"/>
          </a:solidFill>
        </p:spPr>
        <p:txBody>
          <a:bodyPr lIns="252000" tIns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4F2BBF-F210-4954-9C73-A0030AACD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775" y="993303"/>
            <a:ext cx="5053936" cy="2513468"/>
          </a:xfrm>
        </p:spPr>
        <p:txBody>
          <a:bodyPr/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Date Placeholder 11">
            <a:extLst>
              <a:ext uri="{FF2B5EF4-FFF2-40B4-BE49-F238E27FC236}">
                <a16:creationId xmlns:a16="http://schemas.microsoft.com/office/drawing/2014/main" id="{55AEBDC9-FBBE-4AD6-9EA6-D977D3F728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20D8B-BEE7-4E8F-B9CB-BA1C9697503B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746868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D1EE834-4B70-4715-8346-1C0298347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46375"/>
            <a:ext cx="9198000" cy="5130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11">
            <a:extLst>
              <a:ext uri="{FF2B5EF4-FFF2-40B4-BE49-F238E27FC236}">
                <a16:creationId xmlns:a16="http://schemas.microsoft.com/office/drawing/2014/main" id="{92F03C70-5A8C-4ACC-8557-037202D95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211CD-8E73-4BE9-BD2D-A8F4025C5184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286997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E43F4C-1A64-4197-A44B-E6EB874E2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046376"/>
            <a:ext cx="4435831" cy="5130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7B3F5B8-DC28-4878-AC9F-D434D7542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4169" y="1046376"/>
            <a:ext cx="4435831" cy="5130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Date Placeholder 11">
            <a:extLst>
              <a:ext uri="{FF2B5EF4-FFF2-40B4-BE49-F238E27FC236}">
                <a16:creationId xmlns:a16="http://schemas.microsoft.com/office/drawing/2014/main" id="{EE21B0C6-17AA-4CFA-9D54-2DC336E9C73E}"/>
              </a:ext>
            </a:extLst>
          </p:cNvPr>
          <p:cNvSpPr>
            <a:spLocks noGrp="1"/>
          </p:cNvSpPr>
          <p:nvPr>
            <p:ph type="dt" sz="half" idx="34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4948F-2389-41CA-AF98-E95CD2705DC9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052500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B97B01E-88B2-448F-BD96-A1AAFA39A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068420"/>
            <a:ext cx="4434840" cy="823912"/>
          </a:xfrm>
          <a:solidFill>
            <a:schemeClr val="tx1"/>
          </a:solidFill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0BADDE2-4EE6-41B4-804C-EBF680128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95160" y="1068420"/>
            <a:ext cx="4434840" cy="823912"/>
          </a:xfrm>
          <a:solidFill>
            <a:schemeClr val="tx1"/>
          </a:solidFill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B0A14E0-899D-4594-BC9E-AE89BF0D3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1" y="2096752"/>
            <a:ext cx="4434840" cy="409291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2C699014-D902-4E9A-80CD-8D2BCFE670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95160" y="2096752"/>
            <a:ext cx="4434840" cy="409291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Date Placeholder 11">
            <a:extLst>
              <a:ext uri="{FF2B5EF4-FFF2-40B4-BE49-F238E27FC236}">
                <a16:creationId xmlns:a16="http://schemas.microsoft.com/office/drawing/2014/main" id="{775C6C5E-B8E9-4186-9D8E-C83F85B04ABB}"/>
              </a:ext>
            </a:extLst>
          </p:cNvPr>
          <p:cNvSpPr>
            <a:spLocks noGrp="1"/>
          </p:cNvSpPr>
          <p:nvPr>
            <p:ph type="dt" sz="half" idx="34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362D5-3767-43C1-A2AF-D01ADDFE4A5B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35247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32000" y="6356350"/>
            <a:ext cx="4114800" cy="365125"/>
          </a:xfrm>
        </p:spPr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C67C685-BABE-4B77-8C5E-B39B093D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1" y="457200"/>
            <a:ext cx="3159612" cy="1600200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6B7795-36CC-459B-AE8B-7FB2F40AF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1" y="2057400"/>
            <a:ext cx="3159612" cy="41265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F53EF1-D412-467C-B7CE-30536F140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0722" y="457201"/>
            <a:ext cx="6023727" cy="572678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11">
            <a:extLst>
              <a:ext uri="{FF2B5EF4-FFF2-40B4-BE49-F238E27FC236}">
                <a16:creationId xmlns:a16="http://schemas.microsoft.com/office/drawing/2014/main" id="{0BFA25B3-7ACE-4980-856C-6A9C8F6FD432}"/>
              </a:ext>
            </a:extLst>
          </p:cNvPr>
          <p:cNvSpPr>
            <a:spLocks noGrp="1"/>
          </p:cNvSpPr>
          <p:nvPr>
            <p:ph type="dt" sz="half" idx="34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26762-8AC4-47EE-A0B2-EB1556E683D9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098331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32000" y="6356350"/>
            <a:ext cx="4114800" cy="365125"/>
          </a:xfrm>
        </p:spPr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C67C685-BABE-4B77-8C5E-B39B093D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1" y="457200"/>
            <a:ext cx="3159612" cy="1600200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6B7795-36CC-459B-AE8B-7FB2F40AF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1" y="2057400"/>
            <a:ext cx="3159612" cy="41265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0319378-269C-406E-9B84-FCF22DA02E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788021" y="457201"/>
            <a:ext cx="5949868" cy="57267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Date Placeholder 11">
            <a:extLst>
              <a:ext uri="{FF2B5EF4-FFF2-40B4-BE49-F238E27FC236}">
                <a16:creationId xmlns:a16="http://schemas.microsoft.com/office/drawing/2014/main" id="{849E79F6-4C52-4F0D-BDB1-3C4639622A01}"/>
              </a:ext>
            </a:extLst>
          </p:cNvPr>
          <p:cNvSpPr>
            <a:spLocks noGrp="1"/>
          </p:cNvSpPr>
          <p:nvPr>
            <p:ph type="dt" sz="half" idx="34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E513B-E475-47EE-B3B7-F000023BBD19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979506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Date Placeholder 11">
            <a:extLst>
              <a:ext uri="{FF2B5EF4-FFF2-40B4-BE49-F238E27FC236}">
                <a16:creationId xmlns:a16="http://schemas.microsoft.com/office/drawing/2014/main" id="{A8E6B32F-AFCA-4D09-B6B9-96FD2B730C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91FB6-E5BB-4D3A-A429-8DCC808820B3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507303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10D190-B83D-438A-91BC-470C41B22A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11">
            <a:extLst>
              <a:ext uri="{FF2B5EF4-FFF2-40B4-BE49-F238E27FC236}">
                <a16:creationId xmlns:a16="http://schemas.microsoft.com/office/drawing/2014/main" id="{652D33C7-7A69-4D02-B907-2F9370C32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A1697-7393-4CE9-BBA9-7D2320AE72AE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274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42.xml"/><Relationship Id="rId3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37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41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6.xml"/><Relationship Id="rId29" Type="http://schemas.openxmlformats.org/officeDocument/2006/relationships/theme" Target="../theme/theme3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43.xml"/><Relationship Id="rId30" Type="http://schemas.openxmlformats.org/officeDocument/2006/relationships/image" Target="../media/image1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3" Type="http://schemas.openxmlformats.org/officeDocument/2006/relationships/slideLayout" Target="../slideLayouts/slideLayout47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64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63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Relationship Id="rId22" Type="http://schemas.openxmlformats.org/officeDocument/2006/relationships/image" Target="../media/image1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18" Type="http://schemas.openxmlformats.org/officeDocument/2006/relationships/slideLayout" Target="../slideLayouts/slideLayout82.xml"/><Relationship Id="rId3" Type="http://schemas.openxmlformats.org/officeDocument/2006/relationships/slideLayout" Target="../slideLayouts/slideLayout67.xml"/><Relationship Id="rId21" Type="http://schemas.openxmlformats.org/officeDocument/2006/relationships/theme" Target="../theme/theme5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81.xml"/><Relationship Id="rId2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4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83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8.xml"/><Relationship Id="rId22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98" r:id="rId4"/>
    <p:sldLayoutId id="2147483676" r:id="rId5"/>
    <p:sldLayoutId id="2147483677" r:id="rId6"/>
    <p:sldLayoutId id="2147483678" r:id="rId7"/>
    <p:sldLayoutId id="2147483680" r:id="rId8"/>
    <p:sldLayoutId id="2147483682" r:id="rId9"/>
    <p:sldLayoutId id="2147483684" r:id="rId10"/>
    <p:sldLayoutId id="2147483693" r:id="rId11"/>
    <p:sldLayoutId id="2147483687" r:id="rId12"/>
    <p:sldLayoutId id="2147483688" r:id="rId13"/>
    <p:sldLayoutId id="2147483671" r:id="rId14"/>
    <p:sldLayoutId id="2147483672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98E6191-EA49-44D5-94D0-EE9F4113E0D7}"/>
              </a:ext>
            </a:extLst>
          </p:cNvPr>
          <p:cNvSpPr/>
          <p:nvPr/>
        </p:nvSpPr>
        <p:spPr>
          <a:xfrm>
            <a:off x="9980476" y="3565236"/>
            <a:ext cx="2238763" cy="32927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D-DIN Exp" panose="020B0504020202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C8D0EF-1DB6-4ADC-8F31-5AE53BF5EAF4}"/>
              </a:ext>
            </a:extLst>
          </p:cNvPr>
          <p:cNvSpPr/>
          <p:nvPr/>
        </p:nvSpPr>
        <p:spPr>
          <a:xfrm>
            <a:off x="69275" y="66963"/>
            <a:ext cx="9911201" cy="6727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D-DIN Exp" panose="020B0504020202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F208ED-79A0-4B2C-A5EE-9D27466BCA3F}"/>
              </a:ext>
            </a:extLst>
          </p:cNvPr>
          <p:cNvSpPr/>
          <p:nvPr/>
        </p:nvSpPr>
        <p:spPr>
          <a:xfrm>
            <a:off x="11407775" y="6356350"/>
            <a:ext cx="784225" cy="365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9198116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9198116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i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Best Practices @ KPRIET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7276" y="6321136"/>
            <a:ext cx="465222" cy="456887"/>
          </a:xfrm>
          <a:prstGeom prst="rect">
            <a:avLst/>
          </a:prstGeom>
          <a:solidFill>
            <a:srgbClr val="28B84C"/>
          </a:solidFill>
        </p:spPr>
        <p:txBody>
          <a:bodyPr vert="horz" lIns="0" tIns="0" rIns="0" bIns="0" rtlCol="0" anchor="ctr"/>
          <a:lstStyle>
            <a:lvl1pPr algn="ctr">
              <a:defRPr sz="1800" i="1">
                <a:solidFill>
                  <a:schemeClr val="tx1"/>
                </a:solidFill>
              </a:defRPr>
            </a:lvl1pPr>
          </a:lstStyle>
          <a:p>
            <a:fld id="{19B51A1E-902D-48AF-9020-955120F399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322F68-670D-45A0-A54F-7E70BCEAED3F}"/>
              </a:ext>
            </a:extLst>
          </p:cNvPr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9B5F15-353A-4344-8D61-F4E25AA9FB6C}"/>
              </a:ext>
            </a:extLst>
          </p:cNvPr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A0C0AA-FCE8-4A7F-928A-54C96BBA9053}"/>
              </a:ext>
            </a:extLst>
          </p:cNvPr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189AE7-D8A5-4217-8BF9-6E6F761683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97160" y="63670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B841F26E-EA21-4C89-A263-47079D19962F}" type="datetime4">
              <a:rPr lang="en-US" smtClean="0"/>
              <a:pPr/>
              <a:t>October 6, 2020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713FEF-18A4-4FDD-B5C2-EF1A6F4EB6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" t="32776" r="-1222" b="34482"/>
          <a:stretch/>
        </p:blipFill>
        <p:spPr>
          <a:xfrm>
            <a:off x="9990408" y="5556518"/>
            <a:ext cx="2228831" cy="72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3642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697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-DIN Exp" panose="020B0504020202030204" pitchFamily="34" charset="0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D-DIN Exp" panose="020B0504020202030204" pitchFamily="34" charset="0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D-DIN Exp" panose="020B0504020202030204" pitchFamily="34" charset="0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D-DIN Exp" panose="020B0504020202030204" pitchFamily="34" charset="0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D-DIN Exp" panose="020B0504020202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C6833DB-329B-4D42-838B-7D14D20BC2D0}"/>
              </a:ext>
            </a:extLst>
          </p:cNvPr>
          <p:cNvSpPr/>
          <p:nvPr/>
        </p:nvSpPr>
        <p:spPr>
          <a:xfrm>
            <a:off x="69275" y="63691"/>
            <a:ext cx="9901269" cy="62198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D-DIN Exp" panose="020B0504020202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8E6191-EA49-44D5-94D0-EE9F4113E0D7}"/>
              </a:ext>
            </a:extLst>
          </p:cNvPr>
          <p:cNvSpPr/>
          <p:nvPr/>
        </p:nvSpPr>
        <p:spPr>
          <a:xfrm>
            <a:off x="9980476" y="3565236"/>
            <a:ext cx="2238763" cy="32927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D-DIN Exp" panose="020B0504020202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F208ED-79A0-4B2C-A5EE-9D27466BCA3F}"/>
              </a:ext>
            </a:extLst>
          </p:cNvPr>
          <p:cNvSpPr/>
          <p:nvPr/>
        </p:nvSpPr>
        <p:spPr>
          <a:xfrm>
            <a:off x="11407775" y="6356350"/>
            <a:ext cx="784225" cy="365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9198116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 dirty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9198116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i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Best Practices @ KPRIET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7276" y="6321136"/>
            <a:ext cx="465222" cy="456887"/>
          </a:xfrm>
          <a:prstGeom prst="rect">
            <a:avLst/>
          </a:prstGeom>
          <a:solidFill>
            <a:srgbClr val="1B4C8B"/>
          </a:solidFill>
        </p:spPr>
        <p:txBody>
          <a:bodyPr vert="horz" lIns="0" tIns="0" rIns="0" bIns="0" rtlCol="0" anchor="ctr"/>
          <a:lstStyle>
            <a:lvl1pPr algn="ctr">
              <a:defRPr sz="1800" i="1">
                <a:solidFill>
                  <a:schemeClr val="tx1"/>
                </a:solidFill>
              </a:defRPr>
            </a:lvl1pPr>
          </a:lstStyle>
          <a:p>
            <a:fld id="{19B51A1E-902D-48AF-9020-955120F399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322F68-670D-45A0-A54F-7E70BCEAED3F}"/>
              </a:ext>
            </a:extLst>
          </p:cNvPr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9B5F15-353A-4344-8D61-F4E25AA9FB6C}"/>
              </a:ext>
            </a:extLst>
          </p:cNvPr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A0C0AA-FCE8-4A7F-928A-54C96BBA9053}"/>
              </a:ext>
            </a:extLst>
          </p:cNvPr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989577-5291-4F61-9BF8-401E2B11632F}"/>
              </a:ext>
            </a:extLst>
          </p:cNvPr>
          <p:cNvSpPr/>
          <p:nvPr/>
        </p:nvSpPr>
        <p:spPr>
          <a:xfrm>
            <a:off x="9970544" y="0"/>
            <a:ext cx="2238763" cy="35652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D-DIN Exp" panose="020B0504020202030204" pitchFamily="34" charset="0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F2569078-6B2B-4AB0-B0A2-0551949B1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4FFFEFD4-4914-4CD6-BC4D-7300D8FC9E16}" type="datetime4">
              <a:rPr lang="en-US" smtClean="0"/>
              <a:pPr/>
              <a:t>October 6, 2020</a:t>
            </a:fld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ADA2A2-42DF-4A22-BFBE-2742316B0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" t="32776" r="-1222" b="34482"/>
          <a:stretch/>
        </p:blipFill>
        <p:spPr>
          <a:xfrm>
            <a:off x="9990408" y="5556518"/>
            <a:ext cx="2228831" cy="72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9922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spc="-150" baseline="0">
          <a:solidFill>
            <a:srgbClr val="1B4C8B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rgbClr val="1B4C8B"/>
          </a:solidFill>
          <a:latin typeface="D-DIN Exp" panose="020B0504020202030204" pitchFamily="34" charset="0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1B4C8B"/>
          </a:solidFill>
          <a:latin typeface="D-DIN Exp" panose="020B0504020202030204" pitchFamily="34" charset="0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B4C8B"/>
          </a:solidFill>
          <a:latin typeface="D-DIN Exp" panose="020B0504020202030204" pitchFamily="34" charset="0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B4C8B"/>
          </a:solidFill>
          <a:latin typeface="D-DIN Exp" panose="020B0504020202030204" pitchFamily="34" charset="0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B4C8B"/>
          </a:solidFill>
          <a:latin typeface="D-DIN Exp" panose="020B0504020202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C6833DB-329B-4D42-838B-7D14D20BC2D0}"/>
              </a:ext>
            </a:extLst>
          </p:cNvPr>
          <p:cNvSpPr/>
          <p:nvPr/>
        </p:nvSpPr>
        <p:spPr>
          <a:xfrm>
            <a:off x="69275" y="63691"/>
            <a:ext cx="9901269" cy="62198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D-DIN Exp" panose="020B0504020202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8E6191-EA49-44D5-94D0-EE9F4113E0D7}"/>
              </a:ext>
            </a:extLst>
          </p:cNvPr>
          <p:cNvSpPr/>
          <p:nvPr/>
        </p:nvSpPr>
        <p:spPr>
          <a:xfrm>
            <a:off x="9980476" y="3565236"/>
            <a:ext cx="2238763" cy="32927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D-DIN Exp" panose="020B0504020202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F208ED-79A0-4B2C-A5EE-9D27466BCA3F}"/>
              </a:ext>
            </a:extLst>
          </p:cNvPr>
          <p:cNvSpPr/>
          <p:nvPr/>
        </p:nvSpPr>
        <p:spPr>
          <a:xfrm>
            <a:off x="11407775" y="6356350"/>
            <a:ext cx="784225" cy="365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9198116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 dirty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9198116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i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Best Practices @ KPRIET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7276" y="6321136"/>
            <a:ext cx="465222" cy="456887"/>
          </a:xfrm>
          <a:prstGeom prst="rect">
            <a:avLst/>
          </a:prstGeom>
          <a:solidFill>
            <a:srgbClr val="1B4C8B"/>
          </a:solidFill>
        </p:spPr>
        <p:txBody>
          <a:bodyPr vert="horz" lIns="0" tIns="0" rIns="0" bIns="0" rtlCol="0" anchor="ctr"/>
          <a:lstStyle>
            <a:lvl1pPr algn="ctr">
              <a:defRPr sz="1800" i="1">
                <a:solidFill>
                  <a:schemeClr val="tx1"/>
                </a:solidFill>
              </a:defRPr>
            </a:lvl1pPr>
          </a:lstStyle>
          <a:p>
            <a:fld id="{19B51A1E-902D-48AF-9020-955120F399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322F68-670D-45A0-A54F-7E70BCEAED3F}"/>
              </a:ext>
            </a:extLst>
          </p:cNvPr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9B5F15-353A-4344-8D61-F4E25AA9FB6C}"/>
              </a:ext>
            </a:extLst>
          </p:cNvPr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A0C0AA-FCE8-4A7F-928A-54C96BBA9053}"/>
              </a:ext>
            </a:extLst>
          </p:cNvPr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3546E0-F395-44DB-A718-0D92A4109626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" t="32776" r="-1222" b="34482"/>
          <a:stretch/>
        </p:blipFill>
        <p:spPr>
          <a:xfrm>
            <a:off x="9990408" y="5556518"/>
            <a:ext cx="2228831" cy="7297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989577-5291-4F61-9BF8-401E2B11632F}"/>
              </a:ext>
            </a:extLst>
          </p:cNvPr>
          <p:cNvSpPr/>
          <p:nvPr/>
        </p:nvSpPr>
        <p:spPr>
          <a:xfrm>
            <a:off x="9970544" y="0"/>
            <a:ext cx="2238763" cy="35652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D-DIN Exp" panose="020B0504020202030204" pitchFamily="34" charset="0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F2569078-6B2B-4AB0-B0A2-0551949B1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2002" y="6368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95D6E3-B40D-41F9-BE27-3D2A3CED8EFE}" type="datetime4">
              <a:rPr lang="en-US" smtClean="0"/>
              <a:pPr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50932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  <p:sldLayoutId id="2147483767" r:id="rId18"/>
    <p:sldLayoutId id="2147483768" r:id="rId19"/>
    <p:sldLayoutId id="2147483769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spc="-150" baseline="0">
          <a:solidFill>
            <a:srgbClr val="1B4C8B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rgbClr val="1B4C8B"/>
          </a:solidFill>
          <a:latin typeface="D-DIN Exp" panose="020B0504020202030204" pitchFamily="34" charset="0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1B4C8B"/>
          </a:solidFill>
          <a:latin typeface="D-DIN Exp" panose="020B0504020202030204" pitchFamily="34" charset="0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B4C8B"/>
          </a:solidFill>
          <a:latin typeface="D-DIN Exp" panose="020B0504020202030204" pitchFamily="34" charset="0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B4C8B"/>
          </a:solidFill>
          <a:latin typeface="D-DIN Exp" panose="020B0504020202030204" pitchFamily="34" charset="0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B4C8B"/>
          </a:solidFill>
          <a:latin typeface="D-DIN Exp" panose="020B0504020202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6.xml"/><Relationship Id="rId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8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microsoft.com/office/2007/relationships/hdphoto" Target="../media/hdphoto2.wdp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6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9.jp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19.jpg"/><Relationship Id="rId7" Type="http://schemas.openxmlformats.org/officeDocument/2006/relationships/image" Target="../media/image25.jpe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0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3" Type="http://schemas.microsoft.com/office/2007/relationships/hdphoto" Target="../media/hdphoto3.wdp"/><Relationship Id="rId7" Type="http://schemas.openxmlformats.org/officeDocument/2006/relationships/image" Target="../media/image35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3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Relationship Id="rId9" Type="http://schemas.openxmlformats.org/officeDocument/2006/relationships/hyperlink" Target="Prducts.pdf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F82C53E-6891-4695-A1B4-3BB471D7FA35}"/>
              </a:ext>
            </a:extLst>
          </p:cNvPr>
          <p:cNvSpPr txBox="1"/>
          <p:nvPr/>
        </p:nvSpPr>
        <p:spPr>
          <a:xfrm>
            <a:off x="266330" y="1874023"/>
            <a:ext cx="941033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IN" sz="4400" b="1" dirty="0">
                <a:solidFill>
                  <a:schemeClr val="bg1"/>
                </a:solidFill>
                <a:latin typeface="+mj-lt"/>
                <a:cs typeface="Times New Roman" pitchFamily="18" charset="0"/>
              </a:rPr>
              <a:t>BEST PRACTICES FOR </a:t>
            </a:r>
          </a:p>
          <a:p>
            <a:pPr algn="r"/>
            <a:r>
              <a:rPr lang="en-IN" sz="4400" b="1" dirty="0">
                <a:solidFill>
                  <a:schemeClr val="bg2"/>
                </a:solidFill>
                <a:latin typeface="+mj-lt"/>
                <a:cs typeface="Times New Roman" pitchFamily="18" charset="0"/>
              </a:rPr>
              <a:t>WORK LIFE IN THE NEW NORMAL</a:t>
            </a:r>
            <a:endParaRPr lang="ko-KR" altLang="en-US" sz="4400" b="1" dirty="0">
              <a:solidFill>
                <a:schemeClr val="bg2"/>
              </a:solidFill>
              <a:latin typeface="+mj-lt"/>
              <a:cs typeface="Arial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B3E905-30A5-419B-B077-1A41459CB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7395" y="4172829"/>
            <a:ext cx="4680186" cy="1359643"/>
          </a:xfrm>
          <a:solidFill>
            <a:schemeClr val="bg2"/>
          </a:solidFill>
        </p:spPr>
        <p:txBody>
          <a:bodyPr/>
          <a:lstStyle/>
          <a:p>
            <a:r>
              <a:rPr lang="en-IN" sz="1800" b="1" i="0" dirty="0"/>
              <a:t>Dr. M. AKILA </a:t>
            </a:r>
            <a:r>
              <a:rPr lang="en-IN" sz="1400" i="0" dirty="0"/>
              <a:t>M.E., Ph.D.,</a:t>
            </a:r>
          </a:p>
          <a:p>
            <a:r>
              <a:rPr lang="en-IN" sz="1800" i="0" dirty="0"/>
              <a:t>PRINCIPAL, </a:t>
            </a:r>
          </a:p>
          <a:p>
            <a:r>
              <a:rPr lang="en-IN" sz="1200" dirty="0"/>
              <a:t>KPR INSTITUTE OF ENGINEERING AND TECHNOLOGY, COIMBATORE.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038763-13FC-4A17-9331-00E2419EADDD}"/>
              </a:ext>
            </a:extLst>
          </p:cNvPr>
          <p:cNvSpPr txBox="1"/>
          <p:nvPr/>
        </p:nvSpPr>
        <p:spPr>
          <a:xfrm>
            <a:off x="9738804" y="2032986"/>
            <a:ext cx="88777" cy="116297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785C793-3F2D-4175-97EA-764FC559AF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</a:t>
            </a:fld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01787-8C03-4FE4-AC14-9A95AECD63FE}"/>
              </a:ext>
            </a:extLst>
          </p:cNvPr>
          <p:cNvSpPr txBox="1"/>
          <p:nvPr/>
        </p:nvSpPr>
        <p:spPr>
          <a:xfrm>
            <a:off x="6400800" y="3362172"/>
            <a:ext cx="358303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+mj-lt"/>
              </a:rPr>
              <a:t>The story of KPRIET’s past few months</a:t>
            </a:r>
            <a:endParaRPr lang="en-IN" sz="15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63A062B-496A-4B15-BCB0-92EBCB5752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6" t="9440" r="7537" b="7512"/>
          <a:stretch/>
        </p:blipFill>
        <p:spPr>
          <a:xfrm>
            <a:off x="8924018" y="318534"/>
            <a:ext cx="1505283" cy="9804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5DAFA73-8D4A-4371-AA55-4EC9139FC9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237"/>
            <a:ext cx="1992749" cy="199274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70F5FFF-8905-4E98-9FD5-D568B2F217F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30" y="3658544"/>
            <a:ext cx="3580402" cy="289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049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FA6C3B6-9654-4077-947C-2C8EC8B45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92" y="3475603"/>
            <a:ext cx="4679088" cy="27859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21B364-89AB-4F48-80F4-ADA4EEBAD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5418" y1="16085" x2="12544" y2="14963"/>
                        <a14:foregroundMark x1="18031" y1="15711" x2="39460" y2="16833"/>
                        <a14:foregroundMark x1="39460" y1="16833" x2="49564" y2="14464"/>
                        <a14:foregroundMark x1="49564" y1="14464" x2="49826" y2="11845"/>
                        <a14:foregroundMark x1="50871" y1="14214" x2="50871" y2="14214"/>
                        <a14:foregroundMark x1="47038" y1="14963" x2="49826" y2="13092"/>
                        <a14:foregroundMark x1="52962" y1="14713" x2="84843" y2="15461"/>
                        <a14:foregroundMark x1="84843" y1="15461" x2="86324" y2="14214"/>
                        <a14:foregroundMark x1="48345" y1="27182" x2="49826" y2="28429"/>
                        <a14:foregroundMark x1="49390" y1="24190" x2="50697" y2="30299"/>
                        <a14:foregroundMark x1="48084" y1="25810" x2="49042" y2="26060"/>
                        <a14:foregroundMark x1="48519" y1="27431" x2="49042" y2="24190"/>
                        <a14:foregroundMark x1="49826" y1="13591" x2="46951" y2="27431"/>
                        <a14:foregroundMark x1="46951" y1="27431" x2="54355" y2="16708"/>
                        <a14:foregroundMark x1="54355" y1="16708" x2="44425" y2="12344"/>
                        <a14:foregroundMark x1="44425" y1="12344" x2="37631" y2="23067"/>
                        <a14:foregroundMark x1="37631" y1="23067" x2="46080" y2="32170"/>
                        <a14:foregroundMark x1="46080" y1="32170" x2="54791" y2="24314"/>
                        <a14:foregroundMark x1="54791" y1="24314" x2="42422" y2="16459"/>
                        <a14:foregroundMark x1="42422" y1="16459" x2="46603" y2="31047"/>
                        <a14:foregroundMark x1="46603" y1="31047" x2="57056" y2="29177"/>
                        <a14:foregroundMark x1="57056" y1="29177" x2="52091" y2="16085"/>
                        <a14:foregroundMark x1="52091" y1="16085" x2="42073" y2="24314"/>
                        <a14:foregroundMark x1="42073" y1="24314" x2="59495" y2="25187"/>
                        <a14:foregroundMark x1="59495" y1="25187" x2="50697" y2="14963"/>
                        <a14:foregroundMark x1="50697" y1="14963" x2="42683" y2="24314"/>
                        <a14:foregroundMark x1="42683" y1="24314" x2="53484" y2="32419"/>
                        <a14:foregroundMark x1="53484" y1="32419" x2="66289" y2="27431"/>
                        <a14:foregroundMark x1="66289" y1="27431" x2="53223" y2="18454"/>
                        <a14:foregroundMark x1="53223" y1="18454" x2="44599" y2="28803"/>
                        <a14:foregroundMark x1="44599" y1="28803" x2="59669" y2="30299"/>
                        <a14:foregroundMark x1="59669" y1="30299" x2="48432" y2="18080"/>
                        <a14:foregroundMark x1="48432" y1="18080" x2="55401" y2="29676"/>
                        <a14:foregroundMark x1="55401" y1="29676" x2="46516" y2="17830"/>
                        <a14:foregroundMark x1="46516" y1="17830" x2="56098" y2="27930"/>
                        <a14:foregroundMark x1="56098" y1="27930" x2="43118" y2="21322"/>
                        <a14:foregroundMark x1="43118" y1="21322" x2="53397" y2="17955"/>
                        <a14:foregroundMark x1="53397" y1="17955" x2="42857" y2="23566"/>
                        <a14:foregroundMark x1="42857" y1="23566" x2="53920" y2="26808"/>
                        <a14:foregroundMark x1="53920" y1="26808" x2="44774" y2="19451"/>
                        <a14:foregroundMark x1="44774" y1="19451" x2="57317" y2="27805"/>
                        <a14:foregroundMark x1="57317" y1="27805" x2="45296" y2="21945"/>
                        <a14:foregroundMark x1="45296" y1="21945" x2="52352" y2="23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902002" y="-249699"/>
            <a:ext cx="3362190" cy="23488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196367-0B68-483E-BAF2-61272AF7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9209"/>
            <a:ext cx="9198116" cy="432000"/>
          </a:xfrm>
        </p:spPr>
        <p:txBody>
          <a:bodyPr/>
          <a:lstStyle/>
          <a:p>
            <a:r>
              <a:rPr lang="en-US" altLang="ko-KR" sz="3200" b="1" spc="0" dirty="0">
                <a:solidFill>
                  <a:schemeClr val="accent1"/>
                </a:solidFill>
                <a:cs typeface="Arial" pitchFamily="34" charset="0"/>
              </a:rPr>
              <a:t>Agenda</a:t>
            </a:r>
            <a:endParaRPr lang="en-IN" spc="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90F116B-FBB7-41BB-BA41-E0730C16F6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6412343"/>
              </p:ext>
            </p:extLst>
          </p:nvPr>
        </p:nvGraphicFramePr>
        <p:xfrm>
          <a:off x="-213065" y="596493"/>
          <a:ext cx="10022889" cy="45561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DC27C-BBF0-443A-BFF6-22288FD0FD3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1D5A589-3B92-433F-A052-8F8E994367B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102C348-1B2E-4EB2-B1C7-B1203EE4C5A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49E3EF3-4B88-4E20-BC96-C8501F170BBE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1118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자유형: 도형 16">
            <a:extLst>
              <a:ext uri="{FF2B5EF4-FFF2-40B4-BE49-F238E27FC236}">
                <a16:creationId xmlns:a16="http://schemas.microsoft.com/office/drawing/2014/main" id="{3204CE1A-7D1C-4C60-B0E6-9B2023364081}"/>
              </a:ext>
            </a:extLst>
          </p:cNvPr>
          <p:cNvSpPr>
            <a:spLocks noChangeAspect="1"/>
          </p:cNvSpPr>
          <p:nvPr/>
        </p:nvSpPr>
        <p:spPr>
          <a:xfrm>
            <a:off x="8841171" y="0"/>
            <a:ext cx="2399364" cy="2698677"/>
          </a:xfrm>
          <a:custGeom>
            <a:avLst/>
            <a:gdLst>
              <a:gd name="connsiteX0" fmla="*/ 1376433 w 2765122"/>
              <a:gd name="connsiteY0" fmla="*/ 2257187 h 3110058"/>
              <a:gd name="connsiteX1" fmla="*/ 1145400 w 2765122"/>
              <a:gd name="connsiteY1" fmla="*/ 2354829 h 3110058"/>
              <a:gd name="connsiteX2" fmla="*/ 1036105 w 2765122"/>
              <a:gd name="connsiteY2" fmla="*/ 2389775 h 3110058"/>
              <a:gd name="connsiteX3" fmla="*/ 1040146 w 2765122"/>
              <a:gd name="connsiteY3" fmla="*/ 2406930 h 3110058"/>
              <a:gd name="connsiteX4" fmla="*/ 1382560 w 2765122"/>
              <a:gd name="connsiteY4" fmla="*/ 2894301 h 3110058"/>
              <a:gd name="connsiteX5" fmla="*/ 1724974 w 2765122"/>
              <a:gd name="connsiteY5" fmla="*/ 2406930 h 3110058"/>
              <a:gd name="connsiteX6" fmla="*/ 1726723 w 2765122"/>
              <a:gd name="connsiteY6" fmla="*/ 2399874 h 3110058"/>
              <a:gd name="connsiteX7" fmla="*/ 1605728 w 2765122"/>
              <a:gd name="connsiteY7" fmla="*/ 2358846 h 3110058"/>
              <a:gd name="connsiteX8" fmla="*/ 1795887 w 2765122"/>
              <a:gd name="connsiteY8" fmla="*/ 2033026 h 3110058"/>
              <a:gd name="connsiteX9" fmla="*/ 1694075 w 2765122"/>
              <a:gd name="connsiteY9" fmla="*/ 2094586 h 3110058"/>
              <a:gd name="connsiteX10" fmla="*/ 1578650 w 2765122"/>
              <a:gd name="connsiteY10" fmla="*/ 2155153 h 3110058"/>
              <a:gd name="connsiteX11" fmla="*/ 1618821 w 2765122"/>
              <a:gd name="connsiteY11" fmla="*/ 2173994 h 3110058"/>
              <a:gd name="connsiteX12" fmla="*/ 1763952 w 2765122"/>
              <a:gd name="connsiteY12" fmla="*/ 2229138 h 3110058"/>
              <a:gd name="connsiteX13" fmla="*/ 1791432 w 2765122"/>
              <a:gd name="connsiteY13" fmla="*/ 2076334 h 3110058"/>
              <a:gd name="connsiteX14" fmla="*/ 969005 w 2765122"/>
              <a:gd name="connsiteY14" fmla="*/ 2030800 h 3110058"/>
              <a:gd name="connsiteX15" fmla="*/ 973688 w 2765122"/>
              <a:gd name="connsiteY15" fmla="*/ 2076334 h 3110058"/>
              <a:gd name="connsiteX16" fmla="*/ 997942 w 2765122"/>
              <a:gd name="connsiteY16" fmla="*/ 2219324 h 3110058"/>
              <a:gd name="connsiteX17" fmla="*/ 1135534 w 2765122"/>
              <a:gd name="connsiteY17" fmla="*/ 2169774 h 3110058"/>
              <a:gd name="connsiteX18" fmla="*/ 1176026 w 2765122"/>
              <a:gd name="connsiteY18" fmla="*/ 2151638 h 3110058"/>
              <a:gd name="connsiteX19" fmla="*/ 1061678 w 2765122"/>
              <a:gd name="connsiteY19" fmla="*/ 2089068 h 3110058"/>
              <a:gd name="connsiteX20" fmla="*/ 2270995 w 2765122"/>
              <a:gd name="connsiteY20" fmla="*/ 1682607 h 3110058"/>
              <a:gd name="connsiteX21" fmla="*/ 2193789 w 2765122"/>
              <a:gd name="connsiteY21" fmla="*/ 1749541 h 3110058"/>
              <a:gd name="connsiteX22" fmla="*/ 2080535 w 2765122"/>
              <a:gd name="connsiteY22" fmla="*/ 1839120 h 3110058"/>
              <a:gd name="connsiteX23" fmla="*/ 1988274 w 2765122"/>
              <a:gd name="connsiteY23" fmla="*/ 1905861 h 3110058"/>
              <a:gd name="connsiteX24" fmla="*/ 1956628 w 2765122"/>
              <a:gd name="connsiteY24" fmla="*/ 2160317 h 3110058"/>
              <a:gd name="connsiteX25" fmla="*/ 1929983 w 2765122"/>
              <a:gd name="connsiteY25" fmla="*/ 2282840 h 3110058"/>
              <a:gd name="connsiteX26" fmla="*/ 2032699 w 2765122"/>
              <a:gd name="connsiteY26" fmla="*/ 2311732 h 3110058"/>
              <a:gd name="connsiteX27" fmla="*/ 2530541 w 2765122"/>
              <a:gd name="connsiteY27" fmla="*/ 2244806 h 3110058"/>
              <a:gd name="connsiteX28" fmla="*/ 2289139 w 2765122"/>
              <a:gd name="connsiteY28" fmla="*/ 1700285 h 3110058"/>
              <a:gd name="connsiteX29" fmla="*/ 491768 w 2765122"/>
              <a:gd name="connsiteY29" fmla="*/ 1666932 h 3110058"/>
              <a:gd name="connsiteX30" fmla="*/ 473585 w 2765122"/>
              <a:gd name="connsiteY30" fmla="*/ 1684439 h 3110058"/>
              <a:gd name="connsiteX31" fmla="*/ 222717 w 2765122"/>
              <a:gd name="connsiteY31" fmla="*/ 2224664 h 3110058"/>
              <a:gd name="connsiteX32" fmla="*/ 719315 w 2765122"/>
              <a:gd name="connsiteY32" fmla="*/ 2300269 h 3110058"/>
              <a:gd name="connsiteX33" fmla="*/ 831176 w 2765122"/>
              <a:gd name="connsiteY33" fmla="*/ 2270901 h 3110058"/>
              <a:gd name="connsiteX34" fmla="*/ 808495 w 2765122"/>
              <a:gd name="connsiteY34" fmla="*/ 2160317 h 3110058"/>
              <a:gd name="connsiteX35" fmla="*/ 776012 w 2765122"/>
              <a:gd name="connsiteY35" fmla="*/ 1899134 h 3110058"/>
              <a:gd name="connsiteX36" fmla="*/ 679735 w 2765122"/>
              <a:gd name="connsiteY36" fmla="*/ 1826895 h 3110058"/>
              <a:gd name="connsiteX37" fmla="*/ 502637 w 2765122"/>
              <a:gd name="connsiteY37" fmla="*/ 1677612 h 3110058"/>
              <a:gd name="connsiteX38" fmla="*/ 2001099 w 2765122"/>
              <a:gd name="connsiteY38" fmla="*/ 1443878 h 3110058"/>
              <a:gd name="connsiteX39" fmla="*/ 2005588 w 2765122"/>
              <a:gd name="connsiteY39" fmla="*/ 1555029 h 3110058"/>
              <a:gd name="connsiteX40" fmla="*/ 2000712 w 2765122"/>
              <a:gd name="connsiteY40" fmla="*/ 1675767 h 3110058"/>
              <a:gd name="connsiteX41" fmla="*/ 2038461 w 2765122"/>
              <a:gd name="connsiteY41" fmla="*/ 1648469 h 3110058"/>
              <a:gd name="connsiteX42" fmla="*/ 2130505 w 2765122"/>
              <a:gd name="connsiteY42" fmla="*/ 1573751 h 3110058"/>
              <a:gd name="connsiteX43" fmla="*/ 2143759 w 2765122"/>
              <a:gd name="connsiteY43" fmla="*/ 1562074 h 3110058"/>
              <a:gd name="connsiteX44" fmla="*/ 2039991 w 2765122"/>
              <a:gd name="connsiteY44" fmla="*/ 1473050 h 3110058"/>
              <a:gd name="connsiteX45" fmla="*/ 764411 w 2765122"/>
              <a:gd name="connsiteY45" fmla="*/ 1434288 h 3110058"/>
              <a:gd name="connsiteX46" fmla="*/ 726661 w 2765122"/>
              <a:gd name="connsiteY46" fmla="*/ 1461587 h 3110058"/>
              <a:gd name="connsiteX47" fmla="*/ 634617 w 2765122"/>
              <a:gd name="connsiteY47" fmla="*/ 1536305 h 3110058"/>
              <a:gd name="connsiteX48" fmla="*/ 621360 w 2765122"/>
              <a:gd name="connsiteY48" fmla="*/ 1547985 h 3110058"/>
              <a:gd name="connsiteX49" fmla="*/ 725129 w 2765122"/>
              <a:gd name="connsiteY49" fmla="*/ 1637009 h 3110058"/>
              <a:gd name="connsiteX50" fmla="*/ 764024 w 2765122"/>
              <a:gd name="connsiteY50" fmla="*/ 1666183 h 3110058"/>
              <a:gd name="connsiteX51" fmla="*/ 759534 w 2765122"/>
              <a:gd name="connsiteY51" fmla="*/ 1555029 h 3110058"/>
              <a:gd name="connsiteX52" fmla="*/ 1386966 w 2765122"/>
              <a:gd name="connsiteY52" fmla="*/ 1049980 h 3110058"/>
              <a:gd name="connsiteX53" fmla="*/ 1160689 w 2765122"/>
              <a:gd name="connsiteY53" fmla="*/ 1170734 h 3110058"/>
              <a:gd name="connsiteX54" fmla="*/ 947211 w 2765122"/>
              <a:gd name="connsiteY54" fmla="*/ 1303680 h 3110058"/>
              <a:gd name="connsiteX55" fmla="*/ 938816 w 2765122"/>
              <a:gd name="connsiteY55" fmla="*/ 1555028 h 3110058"/>
              <a:gd name="connsiteX56" fmla="*/ 947046 w 2765122"/>
              <a:gd name="connsiteY56" fmla="*/ 1801432 h 3110058"/>
              <a:gd name="connsiteX57" fmla="*/ 1154015 w 2765122"/>
              <a:gd name="connsiteY57" fmla="*/ 1935392 h 3110058"/>
              <a:gd name="connsiteX58" fmla="*/ 1378151 w 2765122"/>
              <a:gd name="connsiteY58" fmla="*/ 2060078 h 3110058"/>
              <a:gd name="connsiteX59" fmla="*/ 1604433 w 2765122"/>
              <a:gd name="connsiteY59" fmla="*/ 1939321 h 3110058"/>
              <a:gd name="connsiteX60" fmla="*/ 1817909 w 2765122"/>
              <a:gd name="connsiteY60" fmla="*/ 1806377 h 3110058"/>
              <a:gd name="connsiteX61" fmla="*/ 1826304 w 2765122"/>
              <a:gd name="connsiteY61" fmla="*/ 1555028 h 3110058"/>
              <a:gd name="connsiteX62" fmla="*/ 1818074 w 2765122"/>
              <a:gd name="connsiteY62" fmla="*/ 1308628 h 3110058"/>
              <a:gd name="connsiteX63" fmla="*/ 1611105 w 2765122"/>
              <a:gd name="connsiteY63" fmla="*/ 1174667 h 3110058"/>
              <a:gd name="connsiteX64" fmla="*/ 1767179 w 2765122"/>
              <a:gd name="connsiteY64" fmla="*/ 890733 h 3110058"/>
              <a:gd name="connsiteX65" fmla="*/ 1629589 w 2765122"/>
              <a:gd name="connsiteY65" fmla="*/ 940281 h 3110058"/>
              <a:gd name="connsiteX66" fmla="*/ 1589093 w 2765122"/>
              <a:gd name="connsiteY66" fmla="*/ 958419 h 3110058"/>
              <a:gd name="connsiteX67" fmla="*/ 1703444 w 2765122"/>
              <a:gd name="connsiteY67" fmla="*/ 1020991 h 3110058"/>
              <a:gd name="connsiteX68" fmla="*/ 1796116 w 2765122"/>
              <a:gd name="connsiteY68" fmla="*/ 1079257 h 3110058"/>
              <a:gd name="connsiteX69" fmla="*/ 1791432 w 2765122"/>
              <a:gd name="connsiteY69" fmla="*/ 1033723 h 3110058"/>
              <a:gd name="connsiteX70" fmla="*/ 1001168 w 2765122"/>
              <a:gd name="connsiteY70" fmla="*/ 880921 h 3110058"/>
              <a:gd name="connsiteX71" fmla="*/ 973688 w 2765122"/>
              <a:gd name="connsiteY71" fmla="*/ 1033723 h 3110058"/>
              <a:gd name="connsiteX72" fmla="*/ 969233 w 2765122"/>
              <a:gd name="connsiteY72" fmla="*/ 1077033 h 3110058"/>
              <a:gd name="connsiteX73" fmla="*/ 1071048 w 2765122"/>
              <a:gd name="connsiteY73" fmla="*/ 1015472 h 3110058"/>
              <a:gd name="connsiteX74" fmla="*/ 1186470 w 2765122"/>
              <a:gd name="connsiteY74" fmla="*/ 954907 h 3110058"/>
              <a:gd name="connsiteX75" fmla="*/ 1146299 w 2765122"/>
              <a:gd name="connsiteY75" fmla="*/ 936065 h 3110058"/>
              <a:gd name="connsiteX76" fmla="*/ 2296662 w 2765122"/>
              <a:gd name="connsiteY76" fmla="*/ 783036 h 3110058"/>
              <a:gd name="connsiteX77" fmla="*/ 2045808 w 2765122"/>
              <a:gd name="connsiteY77" fmla="*/ 809787 h 3110058"/>
              <a:gd name="connsiteX78" fmla="*/ 1933945 w 2765122"/>
              <a:gd name="connsiteY78" fmla="*/ 839155 h 3110058"/>
              <a:gd name="connsiteX79" fmla="*/ 1956628 w 2765122"/>
              <a:gd name="connsiteY79" fmla="*/ 949742 h 3110058"/>
              <a:gd name="connsiteX80" fmla="*/ 1989111 w 2765122"/>
              <a:gd name="connsiteY80" fmla="*/ 1210925 h 3110058"/>
              <a:gd name="connsiteX81" fmla="*/ 2085387 w 2765122"/>
              <a:gd name="connsiteY81" fmla="*/ 1283163 h 3110058"/>
              <a:gd name="connsiteX82" fmla="*/ 2262485 w 2765122"/>
              <a:gd name="connsiteY82" fmla="*/ 1432446 h 3110058"/>
              <a:gd name="connsiteX83" fmla="*/ 2273353 w 2765122"/>
              <a:gd name="connsiteY83" fmla="*/ 1443125 h 3110058"/>
              <a:gd name="connsiteX84" fmla="*/ 2291537 w 2765122"/>
              <a:gd name="connsiteY84" fmla="*/ 1425616 h 3110058"/>
              <a:gd name="connsiteX85" fmla="*/ 2542406 w 2765122"/>
              <a:gd name="connsiteY85" fmla="*/ 885391 h 3110058"/>
              <a:gd name="connsiteX86" fmla="*/ 2296662 w 2765122"/>
              <a:gd name="connsiteY86" fmla="*/ 783036 h 3110058"/>
              <a:gd name="connsiteX87" fmla="*/ 482072 w 2765122"/>
              <a:gd name="connsiteY87" fmla="*/ 767202 h 3110058"/>
              <a:gd name="connsiteX88" fmla="*/ 234579 w 2765122"/>
              <a:gd name="connsiteY88" fmla="*/ 865253 h 3110058"/>
              <a:gd name="connsiteX89" fmla="*/ 475981 w 2765122"/>
              <a:gd name="connsiteY89" fmla="*/ 1409774 h 3110058"/>
              <a:gd name="connsiteX90" fmla="*/ 494126 w 2765122"/>
              <a:gd name="connsiteY90" fmla="*/ 1427453 h 3110058"/>
              <a:gd name="connsiteX91" fmla="*/ 571333 w 2765122"/>
              <a:gd name="connsiteY91" fmla="*/ 1360517 h 3110058"/>
              <a:gd name="connsiteX92" fmla="*/ 684587 w 2765122"/>
              <a:gd name="connsiteY92" fmla="*/ 1270938 h 3110058"/>
              <a:gd name="connsiteX93" fmla="*/ 776848 w 2765122"/>
              <a:gd name="connsiteY93" fmla="*/ 1204197 h 3110058"/>
              <a:gd name="connsiteX94" fmla="*/ 808495 w 2765122"/>
              <a:gd name="connsiteY94" fmla="*/ 949742 h 3110058"/>
              <a:gd name="connsiteX95" fmla="*/ 835139 w 2765122"/>
              <a:gd name="connsiteY95" fmla="*/ 827220 h 3110058"/>
              <a:gd name="connsiteX96" fmla="*/ 732420 w 2765122"/>
              <a:gd name="connsiteY96" fmla="*/ 798327 h 3110058"/>
              <a:gd name="connsiteX97" fmla="*/ 482072 w 2765122"/>
              <a:gd name="connsiteY97" fmla="*/ 767202 h 3110058"/>
              <a:gd name="connsiteX98" fmla="*/ 1382560 w 2765122"/>
              <a:gd name="connsiteY98" fmla="*/ 215755 h 3110058"/>
              <a:gd name="connsiteX99" fmla="*/ 1040146 w 2765122"/>
              <a:gd name="connsiteY99" fmla="*/ 703126 h 3110058"/>
              <a:gd name="connsiteX100" fmla="*/ 1038397 w 2765122"/>
              <a:gd name="connsiteY100" fmla="*/ 710184 h 3110058"/>
              <a:gd name="connsiteX101" fmla="*/ 1159394 w 2765122"/>
              <a:gd name="connsiteY101" fmla="*/ 751212 h 3110058"/>
              <a:gd name="connsiteX102" fmla="*/ 1388689 w 2765122"/>
              <a:gd name="connsiteY102" fmla="*/ 852872 h 3110058"/>
              <a:gd name="connsiteX103" fmla="*/ 1619722 w 2765122"/>
              <a:gd name="connsiteY103" fmla="*/ 755229 h 3110058"/>
              <a:gd name="connsiteX104" fmla="*/ 1729016 w 2765122"/>
              <a:gd name="connsiteY104" fmla="*/ 720284 h 3110058"/>
              <a:gd name="connsiteX105" fmla="*/ 1724974 w 2765122"/>
              <a:gd name="connsiteY105" fmla="*/ 703126 h 3110058"/>
              <a:gd name="connsiteX106" fmla="*/ 1382560 w 2765122"/>
              <a:gd name="connsiteY106" fmla="*/ 215755 h 3110058"/>
              <a:gd name="connsiteX107" fmla="*/ 1382561 w 2765122"/>
              <a:gd name="connsiteY107" fmla="*/ 0 h 3110058"/>
              <a:gd name="connsiteX108" fmla="*/ 1863319 w 2765122"/>
              <a:gd name="connsiteY108" fmla="*/ 565886 h 3110058"/>
              <a:gd name="connsiteX109" fmla="*/ 1892754 w 2765122"/>
              <a:gd name="connsiteY109" fmla="*/ 669221 h 3110058"/>
              <a:gd name="connsiteX110" fmla="*/ 1998805 w 2765122"/>
              <a:gd name="connsiteY110" fmla="*/ 644109 h 3110058"/>
              <a:gd name="connsiteX111" fmla="*/ 2729256 w 2765122"/>
              <a:gd name="connsiteY111" fmla="*/ 777515 h 3110058"/>
              <a:gd name="connsiteX112" fmla="*/ 2479563 w 2765122"/>
              <a:gd name="connsiteY112" fmla="*/ 1476806 h 3110058"/>
              <a:gd name="connsiteX113" fmla="*/ 2396868 w 2765122"/>
              <a:gd name="connsiteY113" fmla="*/ 1564493 h 3110058"/>
              <a:gd name="connsiteX114" fmla="*/ 2415853 w 2765122"/>
              <a:gd name="connsiteY114" fmla="*/ 1583149 h 3110058"/>
              <a:gd name="connsiteX115" fmla="*/ 2715481 w 2765122"/>
              <a:gd name="connsiteY115" fmla="*/ 2355928 h 3110058"/>
              <a:gd name="connsiteX116" fmla="*/ 1982813 w 2765122"/>
              <a:gd name="connsiteY116" fmla="*/ 2476565 h 3110058"/>
              <a:gd name="connsiteX117" fmla="*/ 1890625 w 2765122"/>
              <a:gd name="connsiteY117" fmla="*/ 2453030 h 3110058"/>
              <a:gd name="connsiteX118" fmla="*/ 1863319 w 2765122"/>
              <a:gd name="connsiteY118" fmla="*/ 2544172 h 3110058"/>
              <a:gd name="connsiteX119" fmla="*/ 1382561 w 2765122"/>
              <a:gd name="connsiteY119" fmla="*/ 3110058 h 3110058"/>
              <a:gd name="connsiteX120" fmla="*/ 901803 w 2765122"/>
              <a:gd name="connsiteY120" fmla="*/ 2544172 h 3110058"/>
              <a:gd name="connsiteX121" fmla="*/ 872368 w 2765122"/>
              <a:gd name="connsiteY121" fmla="*/ 2440837 h 3110058"/>
              <a:gd name="connsiteX122" fmla="*/ 766317 w 2765122"/>
              <a:gd name="connsiteY122" fmla="*/ 2465949 h 3110058"/>
              <a:gd name="connsiteX123" fmla="*/ 35866 w 2765122"/>
              <a:gd name="connsiteY123" fmla="*/ 2332544 h 3110058"/>
              <a:gd name="connsiteX124" fmla="*/ 285559 w 2765122"/>
              <a:gd name="connsiteY124" fmla="*/ 1633252 h 3110058"/>
              <a:gd name="connsiteX125" fmla="*/ 368254 w 2765122"/>
              <a:gd name="connsiteY125" fmla="*/ 1545565 h 3110058"/>
              <a:gd name="connsiteX126" fmla="*/ 349269 w 2765122"/>
              <a:gd name="connsiteY126" fmla="*/ 1526910 h 3110058"/>
              <a:gd name="connsiteX127" fmla="*/ 49641 w 2765122"/>
              <a:gd name="connsiteY127" fmla="*/ 754130 h 3110058"/>
              <a:gd name="connsiteX128" fmla="*/ 782309 w 2765122"/>
              <a:gd name="connsiteY128" fmla="*/ 633493 h 3110058"/>
              <a:gd name="connsiteX129" fmla="*/ 874497 w 2765122"/>
              <a:gd name="connsiteY129" fmla="*/ 657029 h 3110058"/>
              <a:gd name="connsiteX130" fmla="*/ 901803 w 2765122"/>
              <a:gd name="connsiteY130" fmla="*/ 565886 h 3110058"/>
              <a:gd name="connsiteX131" fmla="*/ 1382561 w 2765122"/>
              <a:gd name="connsiteY131" fmla="*/ 0 h 3110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2765122" h="3110058">
                <a:moveTo>
                  <a:pt x="1376433" y="2257187"/>
                </a:moveTo>
                <a:lnTo>
                  <a:pt x="1145400" y="2354829"/>
                </a:lnTo>
                <a:lnTo>
                  <a:pt x="1036105" y="2389775"/>
                </a:lnTo>
                <a:lnTo>
                  <a:pt x="1040146" y="2406930"/>
                </a:lnTo>
                <a:cubicBezTo>
                  <a:pt x="1121535" y="2704580"/>
                  <a:pt x="1244707" y="2894301"/>
                  <a:pt x="1382560" y="2894301"/>
                </a:cubicBezTo>
                <a:cubicBezTo>
                  <a:pt x="1520414" y="2894301"/>
                  <a:pt x="1643585" y="2704580"/>
                  <a:pt x="1724974" y="2406930"/>
                </a:cubicBezTo>
                <a:lnTo>
                  <a:pt x="1726723" y="2399874"/>
                </a:lnTo>
                <a:lnTo>
                  <a:pt x="1605728" y="2358846"/>
                </a:lnTo>
                <a:close/>
                <a:moveTo>
                  <a:pt x="1795887" y="2033026"/>
                </a:moveTo>
                <a:lnTo>
                  <a:pt x="1694075" y="2094586"/>
                </a:lnTo>
                <a:lnTo>
                  <a:pt x="1578650" y="2155153"/>
                </a:lnTo>
                <a:lnTo>
                  <a:pt x="1618821" y="2173994"/>
                </a:lnTo>
                <a:lnTo>
                  <a:pt x="1763952" y="2229138"/>
                </a:lnTo>
                <a:lnTo>
                  <a:pt x="1791432" y="2076334"/>
                </a:lnTo>
                <a:close/>
                <a:moveTo>
                  <a:pt x="969005" y="2030800"/>
                </a:moveTo>
                <a:lnTo>
                  <a:pt x="973688" y="2076334"/>
                </a:lnTo>
                <a:lnTo>
                  <a:pt x="997942" y="2219324"/>
                </a:lnTo>
                <a:lnTo>
                  <a:pt x="1135534" y="2169774"/>
                </a:lnTo>
                <a:lnTo>
                  <a:pt x="1176026" y="2151638"/>
                </a:lnTo>
                <a:lnTo>
                  <a:pt x="1061678" y="2089068"/>
                </a:lnTo>
                <a:close/>
                <a:moveTo>
                  <a:pt x="2270995" y="1682607"/>
                </a:moveTo>
                <a:lnTo>
                  <a:pt x="2193789" y="1749541"/>
                </a:lnTo>
                <a:cubicBezTo>
                  <a:pt x="2157450" y="1779622"/>
                  <a:pt x="2119670" y="1809519"/>
                  <a:pt x="2080535" y="1839120"/>
                </a:cubicBezTo>
                <a:lnTo>
                  <a:pt x="1988274" y="1905861"/>
                </a:lnTo>
                <a:lnTo>
                  <a:pt x="1956628" y="2160317"/>
                </a:lnTo>
                <a:lnTo>
                  <a:pt x="1929983" y="2282840"/>
                </a:lnTo>
                <a:lnTo>
                  <a:pt x="2032699" y="2311732"/>
                </a:lnTo>
                <a:cubicBezTo>
                  <a:pt x="2281801" y="2367725"/>
                  <a:pt x="2467430" y="2349840"/>
                  <a:pt x="2530541" y="2244806"/>
                </a:cubicBezTo>
                <a:cubicBezTo>
                  <a:pt x="2601541" y="2126643"/>
                  <a:pt x="2502356" y="1923350"/>
                  <a:pt x="2289139" y="1700285"/>
                </a:cubicBezTo>
                <a:close/>
                <a:moveTo>
                  <a:pt x="491768" y="1666932"/>
                </a:moveTo>
                <a:lnTo>
                  <a:pt x="473585" y="1684439"/>
                </a:lnTo>
                <a:cubicBezTo>
                  <a:pt x="256508" y="1903749"/>
                  <a:pt x="153790" y="2105280"/>
                  <a:pt x="222717" y="2224664"/>
                </a:cubicBezTo>
                <a:cubicBezTo>
                  <a:pt x="283985" y="2330784"/>
                  <a:pt x="469273" y="2351906"/>
                  <a:pt x="719315" y="2300269"/>
                </a:cubicBezTo>
                <a:lnTo>
                  <a:pt x="831176" y="2270901"/>
                </a:lnTo>
                <a:lnTo>
                  <a:pt x="808495" y="2160317"/>
                </a:lnTo>
                <a:lnTo>
                  <a:pt x="776012" y="1899134"/>
                </a:lnTo>
                <a:lnTo>
                  <a:pt x="679735" y="1826895"/>
                </a:lnTo>
                <a:cubicBezTo>
                  <a:pt x="616990" y="1777691"/>
                  <a:pt x="557836" y="1727770"/>
                  <a:pt x="502637" y="1677612"/>
                </a:cubicBezTo>
                <a:close/>
                <a:moveTo>
                  <a:pt x="2001099" y="1443878"/>
                </a:moveTo>
                <a:lnTo>
                  <a:pt x="2005588" y="1555029"/>
                </a:lnTo>
                <a:lnTo>
                  <a:pt x="2000712" y="1675767"/>
                </a:lnTo>
                <a:lnTo>
                  <a:pt x="2038461" y="1648469"/>
                </a:lnTo>
                <a:cubicBezTo>
                  <a:pt x="2070345" y="1623579"/>
                  <a:pt x="2101053" y="1598643"/>
                  <a:pt x="2130505" y="1573751"/>
                </a:cubicBezTo>
                <a:lnTo>
                  <a:pt x="2143759" y="1562074"/>
                </a:lnTo>
                <a:lnTo>
                  <a:pt x="2039991" y="1473050"/>
                </a:lnTo>
                <a:close/>
                <a:moveTo>
                  <a:pt x="764411" y="1434288"/>
                </a:moveTo>
                <a:lnTo>
                  <a:pt x="726661" y="1461587"/>
                </a:lnTo>
                <a:cubicBezTo>
                  <a:pt x="694778" y="1486477"/>
                  <a:pt x="664070" y="1511412"/>
                  <a:pt x="634617" y="1536305"/>
                </a:cubicBezTo>
                <a:lnTo>
                  <a:pt x="621360" y="1547985"/>
                </a:lnTo>
                <a:lnTo>
                  <a:pt x="725129" y="1637009"/>
                </a:lnTo>
                <a:lnTo>
                  <a:pt x="764024" y="1666183"/>
                </a:lnTo>
                <a:lnTo>
                  <a:pt x="759534" y="1555029"/>
                </a:lnTo>
                <a:close/>
                <a:moveTo>
                  <a:pt x="1386966" y="1049980"/>
                </a:moveTo>
                <a:lnTo>
                  <a:pt x="1160689" y="1170734"/>
                </a:lnTo>
                <a:lnTo>
                  <a:pt x="947211" y="1303680"/>
                </a:lnTo>
                <a:lnTo>
                  <a:pt x="938816" y="1555028"/>
                </a:lnTo>
                <a:lnTo>
                  <a:pt x="947046" y="1801432"/>
                </a:lnTo>
                <a:lnTo>
                  <a:pt x="1154015" y="1935392"/>
                </a:lnTo>
                <a:lnTo>
                  <a:pt x="1378151" y="2060078"/>
                </a:lnTo>
                <a:lnTo>
                  <a:pt x="1604433" y="1939321"/>
                </a:lnTo>
                <a:lnTo>
                  <a:pt x="1817909" y="1806377"/>
                </a:lnTo>
                <a:lnTo>
                  <a:pt x="1826304" y="1555028"/>
                </a:lnTo>
                <a:lnTo>
                  <a:pt x="1818074" y="1308628"/>
                </a:lnTo>
                <a:lnTo>
                  <a:pt x="1611105" y="1174667"/>
                </a:lnTo>
                <a:close/>
                <a:moveTo>
                  <a:pt x="1767179" y="890733"/>
                </a:moveTo>
                <a:lnTo>
                  <a:pt x="1629589" y="940281"/>
                </a:lnTo>
                <a:lnTo>
                  <a:pt x="1589093" y="958419"/>
                </a:lnTo>
                <a:lnTo>
                  <a:pt x="1703444" y="1020991"/>
                </a:lnTo>
                <a:lnTo>
                  <a:pt x="1796116" y="1079257"/>
                </a:lnTo>
                <a:lnTo>
                  <a:pt x="1791432" y="1033723"/>
                </a:lnTo>
                <a:close/>
                <a:moveTo>
                  <a:pt x="1001168" y="880921"/>
                </a:moveTo>
                <a:lnTo>
                  <a:pt x="973688" y="1033723"/>
                </a:lnTo>
                <a:lnTo>
                  <a:pt x="969233" y="1077033"/>
                </a:lnTo>
                <a:lnTo>
                  <a:pt x="1071048" y="1015472"/>
                </a:lnTo>
                <a:lnTo>
                  <a:pt x="1186470" y="954907"/>
                </a:lnTo>
                <a:lnTo>
                  <a:pt x="1146299" y="936065"/>
                </a:lnTo>
                <a:close/>
                <a:moveTo>
                  <a:pt x="2296662" y="783036"/>
                </a:moveTo>
                <a:cubicBezTo>
                  <a:pt x="2224233" y="781291"/>
                  <a:pt x="2139574" y="790423"/>
                  <a:pt x="2045808" y="809787"/>
                </a:cubicBezTo>
                <a:lnTo>
                  <a:pt x="1933945" y="839155"/>
                </a:lnTo>
                <a:lnTo>
                  <a:pt x="1956628" y="949742"/>
                </a:lnTo>
                <a:lnTo>
                  <a:pt x="1989111" y="1210925"/>
                </a:lnTo>
                <a:lnTo>
                  <a:pt x="2085387" y="1283163"/>
                </a:lnTo>
                <a:cubicBezTo>
                  <a:pt x="2148132" y="1332368"/>
                  <a:pt x="2207286" y="1382289"/>
                  <a:pt x="2262485" y="1432446"/>
                </a:cubicBezTo>
                <a:lnTo>
                  <a:pt x="2273353" y="1443125"/>
                </a:lnTo>
                <a:lnTo>
                  <a:pt x="2291537" y="1425616"/>
                </a:lnTo>
                <a:cubicBezTo>
                  <a:pt x="2508615" y="1206306"/>
                  <a:pt x="2611333" y="1004776"/>
                  <a:pt x="2542406" y="885391"/>
                </a:cubicBezTo>
                <a:cubicBezTo>
                  <a:pt x="2504113" y="819067"/>
                  <a:pt x="2417375" y="785944"/>
                  <a:pt x="2296662" y="783036"/>
                </a:cubicBezTo>
                <a:close/>
                <a:moveTo>
                  <a:pt x="482072" y="767202"/>
                </a:moveTo>
                <a:cubicBezTo>
                  <a:pt x="361326" y="768003"/>
                  <a:pt x="274023" y="799606"/>
                  <a:pt x="234579" y="865253"/>
                </a:cubicBezTo>
                <a:cubicBezTo>
                  <a:pt x="163579" y="983417"/>
                  <a:pt x="262764" y="1186709"/>
                  <a:pt x="475981" y="1409774"/>
                </a:cubicBezTo>
                <a:lnTo>
                  <a:pt x="494126" y="1427453"/>
                </a:lnTo>
                <a:lnTo>
                  <a:pt x="571333" y="1360517"/>
                </a:lnTo>
                <a:cubicBezTo>
                  <a:pt x="607672" y="1330436"/>
                  <a:pt x="645452" y="1300540"/>
                  <a:pt x="684587" y="1270938"/>
                </a:cubicBezTo>
                <a:lnTo>
                  <a:pt x="776848" y="1204197"/>
                </a:lnTo>
                <a:lnTo>
                  <a:pt x="808495" y="949742"/>
                </a:lnTo>
                <a:lnTo>
                  <a:pt x="835139" y="827220"/>
                </a:lnTo>
                <a:lnTo>
                  <a:pt x="732420" y="798327"/>
                </a:lnTo>
                <a:cubicBezTo>
                  <a:pt x="639007" y="777329"/>
                  <a:pt x="554520" y="766721"/>
                  <a:pt x="482072" y="767202"/>
                </a:cubicBezTo>
                <a:close/>
                <a:moveTo>
                  <a:pt x="1382560" y="215755"/>
                </a:moveTo>
                <a:cubicBezTo>
                  <a:pt x="1244707" y="215755"/>
                  <a:pt x="1121535" y="405476"/>
                  <a:pt x="1040146" y="703126"/>
                </a:cubicBezTo>
                <a:lnTo>
                  <a:pt x="1038397" y="710184"/>
                </a:lnTo>
                <a:lnTo>
                  <a:pt x="1159394" y="751212"/>
                </a:lnTo>
                <a:lnTo>
                  <a:pt x="1388689" y="852872"/>
                </a:lnTo>
                <a:lnTo>
                  <a:pt x="1619722" y="755229"/>
                </a:lnTo>
                <a:lnTo>
                  <a:pt x="1729016" y="720284"/>
                </a:lnTo>
                <a:lnTo>
                  <a:pt x="1724974" y="703126"/>
                </a:lnTo>
                <a:cubicBezTo>
                  <a:pt x="1643585" y="405476"/>
                  <a:pt x="1520414" y="215755"/>
                  <a:pt x="1382560" y="215755"/>
                </a:cubicBezTo>
                <a:close/>
                <a:moveTo>
                  <a:pt x="1382561" y="0"/>
                </a:moveTo>
                <a:cubicBezTo>
                  <a:pt x="1576111" y="0"/>
                  <a:pt x="1749046" y="220285"/>
                  <a:pt x="1863319" y="565886"/>
                </a:cubicBezTo>
                <a:lnTo>
                  <a:pt x="1892754" y="669221"/>
                </a:lnTo>
                <a:lnTo>
                  <a:pt x="1998805" y="644109"/>
                </a:lnTo>
                <a:cubicBezTo>
                  <a:pt x="2355240" y="570272"/>
                  <a:pt x="2632481" y="609896"/>
                  <a:pt x="2729256" y="777515"/>
                </a:cubicBezTo>
                <a:cubicBezTo>
                  <a:pt x="2826030" y="945133"/>
                  <a:pt x="2721726" y="1205043"/>
                  <a:pt x="2479563" y="1476806"/>
                </a:cubicBezTo>
                <a:lnTo>
                  <a:pt x="2396868" y="1564493"/>
                </a:lnTo>
                <a:lnTo>
                  <a:pt x="2415853" y="1583149"/>
                </a:lnTo>
                <a:cubicBezTo>
                  <a:pt x="2697403" y="1884053"/>
                  <a:pt x="2823474" y="2176199"/>
                  <a:pt x="2715481" y="2355928"/>
                </a:cubicBezTo>
                <a:cubicBezTo>
                  <a:pt x="2615796" y="2521833"/>
                  <a:pt x="2337906" y="2556612"/>
                  <a:pt x="1982813" y="2476565"/>
                </a:cubicBezTo>
                <a:lnTo>
                  <a:pt x="1890625" y="2453030"/>
                </a:lnTo>
                <a:lnTo>
                  <a:pt x="1863319" y="2544172"/>
                </a:lnTo>
                <a:cubicBezTo>
                  <a:pt x="1749047" y="2889773"/>
                  <a:pt x="1576111" y="3110058"/>
                  <a:pt x="1382561" y="3110058"/>
                </a:cubicBezTo>
                <a:cubicBezTo>
                  <a:pt x="1189012" y="3110058"/>
                  <a:pt x="1016076" y="2889773"/>
                  <a:pt x="901803" y="2544172"/>
                </a:cubicBezTo>
                <a:lnTo>
                  <a:pt x="872368" y="2440837"/>
                </a:lnTo>
                <a:lnTo>
                  <a:pt x="766317" y="2465949"/>
                </a:lnTo>
                <a:cubicBezTo>
                  <a:pt x="409882" y="2539787"/>
                  <a:pt x="132641" y="2500163"/>
                  <a:pt x="35866" y="2332544"/>
                </a:cubicBezTo>
                <a:cubicBezTo>
                  <a:pt x="-60908" y="2164925"/>
                  <a:pt x="43396" y="1905015"/>
                  <a:pt x="285559" y="1633252"/>
                </a:cubicBezTo>
                <a:lnTo>
                  <a:pt x="368254" y="1545565"/>
                </a:lnTo>
                <a:lnTo>
                  <a:pt x="349269" y="1526910"/>
                </a:lnTo>
                <a:cubicBezTo>
                  <a:pt x="67719" y="1226005"/>
                  <a:pt x="-58351" y="933860"/>
                  <a:pt x="49641" y="754130"/>
                </a:cubicBezTo>
                <a:cubicBezTo>
                  <a:pt x="149326" y="588226"/>
                  <a:pt x="427216" y="553446"/>
                  <a:pt x="782309" y="633493"/>
                </a:cubicBezTo>
                <a:lnTo>
                  <a:pt x="874497" y="657029"/>
                </a:lnTo>
                <a:lnTo>
                  <a:pt x="901803" y="565886"/>
                </a:lnTo>
                <a:cubicBezTo>
                  <a:pt x="1016076" y="220285"/>
                  <a:pt x="1189012" y="0"/>
                  <a:pt x="1382561" y="0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8" name="텍스트 개체 틀 37">
            <a:extLst>
              <a:ext uri="{FF2B5EF4-FFF2-40B4-BE49-F238E27FC236}">
                <a16:creationId xmlns:a16="http://schemas.microsoft.com/office/drawing/2014/main" id="{F2AF0089-CCD8-4710-858F-87A4FA9F4E47}"/>
              </a:ext>
            </a:extLst>
          </p:cNvPr>
          <p:cNvSpPr txBox="1">
            <a:spLocks/>
          </p:cNvSpPr>
          <p:nvPr/>
        </p:nvSpPr>
        <p:spPr>
          <a:xfrm>
            <a:off x="4209158" y="1870755"/>
            <a:ext cx="2408984" cy="2880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660CB93A-C070-4D26-95D3-8D75E7E5C3AF}"/>
              </a:ext>
            </a:extLst>
          </p:cNvPr>
          <p:cNvSpPr/>
          <p:nvPr/>
        </p:nvSpPr>
        <p:spPr>
          <a:xfrm rot="1216267" flipH="1">
            <a:off x="-135516" y="5487668"/>
            <a:ext cx="1118073" cy="1459281"/>
          </a:xfrm>
          <a:custGeom>
            <a:avLst/>
            <a:gdLst>
              <a:gd name="connsiteX0" fmla="*/ 695461 w 1313719"/>
              <a:gd name="connsiteY0" fmla="*/ 52104 h 1889023"/>
              <a:gd name="connsiteX1" fmla="*/ 756028 w 1313719"/>
              <a:gd name="connsiteY1" fmla="*/ 143479 h 1889023"/>
              <a:gd name="connsiteX2" fmla="*/ 756028 w 1313719"/>
              <a:gd name="connsiteY2" fmla="*/ 581374 h 1889023"/>
              <a:gd name="connsiteX3" fmla="*/ 656860 w 1313719"/>
              <a:gd name="connsiteY3" fmla="*/ 680542 h 1889023"/>
              <a:gd name="connsiteX4" fmla="*/ 557693 w 1313719"/>
              <a:gd name="connsiteY4" fmla="*/ 581374 h 1889023"/>
              <a:gd name="connsiteX5" fmla="*/ 557693 w 1313719"/>
              <a:gd name="connsiteY5" fmla="*/ 143479 h 1889023"/>
              <a:gd name="connsiteX6" fmla="*/ 656861 w 1313719"/>
              <a:gd name="connsiteY6" fmla="*/ 44311 h 1889023"/>
              <a:gd name="connsiteX7" fmla="*/ 695461 w 1313719"/>
              <a:gd name="connsiteY7" fmla="*/ 52104 h 1889023"/>
              <a:gd name="connsiteX8" fmla="*/ 914790 w 1313719"/>
              <a:gd name="connsiteY8" fmla="*/ 24077 h 1889023"/>
              <a:gd name="connsiteX9" fmla="*/ 1313719 w 1313719"/>
              <a:gd name="connsiteY9" fmla="*/ 574253 h 1889023"/>
              <a:gd name="connsiteX10" fmla="*/ 1313719 w 1313719"/>
              <a:gd name="connsiteY10" fmla="*/ 934013 h 1889023"/>
              <a:gd name="connsiteX11" fmla="*/ 943645 w 1313719"/>
              <a:gd name="connsiteY11" fmla="*/ 1889023 h 1889023"/>
              <a:gd name="connsiteX12" fmla="*/ 903 w 1313719"/>
              <a:gd name="connsiteY12" fmla="*/ 1523703 h 1889023"/>
              <a:gd name="connsiteX13" fmla="*/ 2 w 1313719"/>
              <a:gd name="connsiteY13" fmla="*/ 1514763 h 1889023"/>
              <a:gd name="connsiteX14" fmla="*/ 2 w 1313719"/>
              <a:gd name="connsiteY14" fmla="*/ 946345 h 1889023"/>
              <a:gd name="connsiteX15" fmla="*/ 0 w 1313719"/>
              <a:gd name="connsiteY15" fmla="*/ 946345 h 1889023"/>
              <a:gd name="connsiteX16" fmla="*/ 0 w 1313719"/>
              <a:gd name="connsiteY16" fmla="*/ 574253 h 1889023"/>
              <a:gd name="connsiteX17" fmla="*/ 507032 w 1313719"/>
              <a:gd name="connsiteY17" fmla="*/ 0 h 1889023"/>
              <a:gd name="connsiteX18" fmla="*/ 507032 w 1313719"/>
              <a:gd name="connsiteY18" fmla="*/ 758051 h 1889023"/>
              <a:gd name="connsiteX19" fmla="*/ 601651 w 1313719"/>
              <a:gd name="connsiteY19" fmla="*/ 882932 h 1889023"/>
              <a:gd name="connsiteX20" fmla="*/ 601651 w 1313719"/>
              <a:gd name="connsiteY20" fmla="*/ 1148096 h 1889023"/>
              <a:gd name="connsiteX21" fmla="*/ 659159 w 1313719"/>
              <a:gd name="connsiteY21" fmla="*/ 1205606 h 1889023"/>
              <a:gd name="connsiteX22" fmla="*/ 716669 w 1313719"/>
              <a:gd name="connsiteY22" fmla="*/ 1148096 h 1889023"/>
              <a:gd name="connsiteX23" fmla="*/ 716669 w 1313719"/>
              <a:gd name="connsiteY23" fmla="*/ 883114 h 1889023"/>
              <a:gd name="connsiteX24" fmla="*/ 811872 w 1313719"/>
              <a:gd name="connsiteY24" fmla="*/ 758051 h 1889023"/>
              <a:gd name="connsiteX25" fmla="*/ 811873 w 1313719"/>
              <a:gd name="connsiteY25" fmla="*/ 791 h 1889023"/>
              <a:gd name="connsiteX26" fmla="*/ 914790 w 1313719"/>
              <a:gd name="connsiteY26" fmla="*/ 24077 h 1889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313719" h="1889023">
                <a:moveTo>
                  <a:pt x="695461" y="52104"/>
                </a:moveTo>
                <a:cubicBezTo>
                  <a:pt x="731054" y="67158"/>
                  <a:pt x="756028" y="102402"/>
                  <a:pt x="756028" y="143479"/>
                </a:cubicBezTo>
                <a:lnTo>
                  <a:pt x="756028" y="581374"/>
                </a:lnTo>
                <a:cubicBezTo>
                  <a:pt x="756028" y="636143"/>
                  <a:pt x="711629" y="680542"/>
                  <a:pt x="656860" y="680542"/>
                </a:cubicBezTo>
                <a:cubicBezTo>
                  <a:pt x="602092" y="680542"/>
                  <a:pt x="557693" y="636143"/>
                  <a:pt x="557693" y="581374"/>
                </a:cubicBezTo>
                <a:lnTo>
                  <a:pt x="557693" y="143479"/>
                </a:lnTo>
                <a:cubicBezTo>
                  <a:pt x="557693" y="88710"/>
                  <a:pt x="602091" y="44311"/>
                  <a:pt x="656861" y="44311"/>
                </a:cubicBezTo>
                <a:cubicBezTo>
                  <a:pt x="670553" y="44311"/>
                  <a:pt x="683597" y="47086"/>
                  <a:pt x="695461" y="52104"/>
                </a:cubicBezTo>
                <a:close/>
                <a:moveTo>
                  <a:pt x="914790" y="24077"/>
                </a:moveTo>
                <a:cubicBezTo>
                  <a:pt x="1146436" y="99467"/>
                  <a:pt x="1313719" y="317325"/>
                  <a:pt x="1313719" y="574253"/>
                </a:cubicBezTo>
                <a:lnTo>
                  <a:pt x="1313719" y="934013"/>
                </a:lnTo>
                <a:lnTo>
                  <a:pt x="943645" y="1889023"/>
                </a:lnTo>
                <a:lnTo>
                  <a:pt x="903" y="1523703"/>
                </a:lnTo>
                <a:lnTo>
                  <a:pt x="2" y="1514763"/>
                </a:lnTo>
                <a:lnTo>
                  <a:pt x="2" y="946345"/>
                </a:lnTo>
                <a:lnTo>
                  <a:pt x="0" y="946345"/>
                </a:lnTo>
                <a:lnTo>
                  <a:pt x="0" y="574253"/>
                </a:lnTo>
                <a:cubicBezTo>
                  <a:pt x="0" y="278824"/>
                  <a:pt x="221172" y="35057"/>
                  <a:pt x="507032" y="0"/>
                </a:cubicBezTo>
                <a:lnTo>
                  <a:pt x="507032" y="758051"/>
                </a:lnTo>
                <a:cubicBezTo>
                  <a:pt x="507032" y="817622"/>
                  <a:pt x="546943" y="867870"/>
                  <a:pt x="601651" y="882932"/>
                </a:cubicBezTo>
                <a:lnTo>
                  <a:pt x="601651" y="1148096"/>
                </a:lnTo>
                <a:cubicBezTo>
                  <a:pt x="601651" y="1179857"/>
                  <a:pt x="627398" y="1205606"/>
                  <a:pt x="659159" y="1205606"/>
                </a:cubicBezTo>
                <a:cubicBezTo>
                  <a:pt x="690922" y="1205605"/>
                  <a:pt x="716669" y="1179857"/>
                  <a:pt x="716669" y="1148096"/>
                </a:cubicBezTo>
                <a:lnTo>
                  <a:pt x="716669" y="883114"/>
                </a:lnTo>
                <a:cubicBezTo>
                  <a:pt x="771673" y="868232"/>
                  <a:pt x="811873" y="817836"/>
                  <a:pt x="811872" y="758051"/>
                </a:cubicBezTo>
                <a:lnTo>
                  <a:pt x="811873" y="791"/>
                </a:lnTo>
                <a:cubicBezTo>
                  <a:pt x="847292" y="5445"/>
                  <a:pt x="881698" y="13307"/>
                  <a:pt x="914790" y="24077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27956" y="183922"/>
            <a:ext cx="1169551" cy="561741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200" spc="600" dirty="0">
                <a:solidFill>
                  <a:schemeClr val="bg1"/>
                </a:solidFill>
                <a:latin typeface="+mj-lt"/>
              </a:rPr>
              <a:t>Working Round the Clock</a:t>
            </a:r>
            <a:endParaRPr lang="en-IN" sz="3200" spc="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0F9152-937B-4F64-935F-9490E8276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2146" y="5477312"/>
            <a:ext cx="7229180" cy="1062607"/>
          </a:xfrm>
          <a:solidFill>
            <a:schemeClr val="bg1"/>
          </a:solidFill>
        </p:spPr>
        <p:txBody>
          <a:bodyPr/>
          <a:lstStyle/>
          <a:p>
            <a:r>
              <a:rPr lang="en-US" altLang="ko-KR" sz="6000" b="1" spc="0" dirty="0">
                <a:solidFill>
                  <a:schemeClr val="tx1"/>
                </a:solidFill>
                <a:latin typeface="+mj-lt"/>
              </a:rPr>
              <a:t>Meet Our Team	</a:t>
            </a:r>
            <a:endParaRPr lang="ko-KR" altLang="en-US" sz="6000" b="1" spc="0"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3" name="Chart 22">
                <a:extLst>
                  <a:ext uri="{FF2B5EF4-FFF2-40B4-BE49-F238E27FC236}">
                    <a16:creationId xmlns:a16="http://schemas.microsoft.com/office/drawing/2014/main" id="{220A920B-39E0-4E17-9437-D64005A0234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76874302"/>
                  </p:ext>
                </p:extLst>
              </p:nvPr>
            </p:nvGraphicFramePr>
            <p:xfrm>
              <a:off x="1089238" y="457672"/>
              <a:ext cx="8151430" cy="500059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3" name="Chart 22">
                <a:extLst>
                  <a:ext uri="{FF2B5EF4-FFF2-40B4-BE49-F238E27FC236}">
                    <a16:creationId xmlns:a16="http://schemas.microsoft.com/office/drawing/2014/main" id="{220A920B-39E0-4E17-9437-D64005A0234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9238" y="457672"/>
                <a:ext cx="8151430" cy="5000595"/>
              </a:xfrm>
              <a:prstGeom prst="rect">
                <a:avLst/>
              </a:prstGeom>
            </p:spPr>
          </p:pic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BF642-8EEA-48D6-A986-E622E3B0E8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1078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215AA-78F6-48FA-AB1F-FA11F65E7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788" y="243573"/>
            <a:ext cx="9198000" cy="432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Strength in Numbers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788D90-4F13-4E39-A0F7-BD7D9B9B237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6D184-D874-4E64-8BCB-4A8847A64EB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209D8-85CC-4606-8BE9-725F048E413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391FB6-E5BB-4D3A-A429-8DCC808820B3}" type="datetime4">
              <a:rPr lang="en-US" smtClean="0"/>
              <a:t>October 6, 2020</a:t>
            </a:fld>
            <a:endParaRPr lang="en-IN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3973DA9-33B2-4910-9994-B634657811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9736901"/>
              </p:ext>
            </p:extLst>
          </p:nvPr>
        </p:nvGraphicFramePr>
        <p:xfrm>
          <a:off x="3687833" y="432000"/>
          <a:ext cx="7879444" cy="51581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5CFA7D3F-CD73-4A51-A6F6-1DB3A200BD23}"/>
              </a:ext>
            </a:extLst>
          </p:cNvPr>
          <p:cNvSpPr txBox="1">
            <a:spLocks/>
          </p:cNvSpPr>
          <p:nvPr/>
        </p:nvSpPr>
        <p:spPr>
          <a:xfrm>
            <a:off x="352271" y="2905466"/>
            <a:ext cx="919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-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spc="0">
                <a:solidFill>
                  <a:schemeClr val="bg1"/>
                </a:solidFill>
              </a:rPr>
              <a:t>For the FAMILY</a:t>
            </a:r>
            <a:endParaRPr lang="en-IN" sz="2000" spc="0" dirty="0">
              <a:solidFill>
                <a:schemeClr val="bg1"/>
              </a:solidFill>
            </a:endParaRP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3D35AE9A-77AA-40E2-ABA2-A59D4408542A}"/>
              </a:ext>
            </a:extLst>
          </p:cNvPr>
          <p:cNvSpPr txBox="1">
            <a:spLocks/>
          </p:cNvSpPr>
          <p:nvPr/>
        </p:nvSpPr>
        <p:spPr>
          <a:xfrm>
            <a:off x="352271" y="3519841"/>
            <a:ext cx="4988089" cy="5130588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4C8B"/>
                </a:solidFill>
                <a:latin typeface="D-DIN Exp" panose="020B0504020202030204" pitchFamily="34" charset="0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1B4C8B"/>
                </a:solidFill>
                <a:latin typeface="D-DIN Exp" panose="020B0504020202030204" pitchFamily="34" charset="0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B4C8B"/>
                </a:solidFill>
                <a:latin typeface="D-DIN Exp" panose="020B0504020202030204" pitchFamily="34" charset="0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B4C8B"/>
                </a:solidFill>
                <a:latin typeface="D-DIN Exp" panose="020B0504020202030204" pitchFamily="34" charset="0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B4C8B"/>
                </a:solidFill>
                <a:latin typeface="D-DIN Exp" panose="020B05040202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Online Counselling Session “Life Engineering Series” by </a:t>
            </a:r>
            <a:r>
              <a:rPr lang="en-US" sz="1600" dirty="0" err="1">
                <a:solidFill>
                  <a:schemeClr val="bg1"/>
                </a:solidFill>
              </a:rPr>
              <a:t>Brahmachari</a:t>
            </a:r>
            <a:r>
              <a:rPr lang="en-US" sz="1600" dirty="0">
                <a:solidFill>
                  <a:schemeClr val="bg1"/>
                </a:solidFill>
              </a:rPr>
              <a:t> Vignesh Chaitanya on May 17, 2020.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Online Fun Events, like Connections, Talk with a Film Star by the KPRIET Staff Club.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Teachers’ Day Celebrations.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IN" sz="1600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CE044A-D1BB-42A0-ABF9-0D21F0971C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068" y="976512"/>
            <a:ext cx="2139934" cy="213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39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F28A79-227D-4DF0-80CC-34455896B9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Thermal Scanning &amp; Contact- Less Sanitizers</a:t>
            </a:r>
            <a:endParaRPr lang="en-IN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A23C9B-11AC-47B2-A6DE-9A655645AE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5</a:t>
            </a:fld>
            <a:endParaRPr lang="en-US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FACBE9-DF22-418A-9291-373D9474DD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80"/>
          <a:stretch/>
        </p:blipFill>
        <p:spPr>
          <a:xfrm>
            <a:off x="0" y="0"/>
            <a:ext cx="9789185" cy="4791707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D5620C22-BB44-4977-9E19-B96155E0D7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Made by the students, </a:t>
            </a:r>
          </a:p>
          <a:p>
            <a:r>
              <a:rPr lang="en-US" dirty="0"/>
              <a:t>For the Faculty and world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0199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C3B5C-69AE-4695-A18B-CFED74A5C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Online Events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28A74-8B6A-4E76-A461-F9DAAB0C419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For the Technical and Cultural events 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48E84C-3066-42A3-B4B3-F0D8EEDF8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2718" y="1557744"/>
            <a:ext cx="4500000" cy="527076"/>
          </a:xfrm>
        </p:spPr>
        <p:txBody>
          <a:bodyPr/>
          <a:lstStyle/>
          <a:p>
            <a:r>
              <a:rPr lang="en-US" dirty="0"/>
              <a:t>Virtual SANGAMAM 2020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AB6324-D728-49C8-803D-0093625D96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9818" y="2068380"/>
            <a:ext cx="4500000" cy="525283"/>
          </a:xfrm>
        </p:spPr>
        <p:txBody>
          <a:bodyPr/>
          <a:lstStyle/>
          <a:p>
            <a:r>
              <a:rPr lang="en-US" dirty="0"/>
              <a:t>Virtual IGNITRRON 2020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49D7AB-148B-4FAA-BFA8-B68AE8F7C95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C38E95-12D4-4C6B-B5BF-01881524B1C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B5954EF-E01A-4713-BEA4-EF28018D7EAC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74070C95-C95D-466E-9744-A2D65236D00F}" type="datetime4">
              <a:rPr lang="en-US" smtClean="0"/>
              <a:t>October 6, 2020</a:t>
            </a:fld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8D975F-E0AF-4EB8-8698-1F6D5AA63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85" y="5198462"/>
            <a:ext cx="3316137" cy="9474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68D00CD-AA22-40A3-B39C-616692EAE0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723" y="4849376"/>
            <a:ext cx="1296554" cy="12965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E12767A-9EFC-4508-B894-981615BBA77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06" b="15830"/>
          <a:stretch/>
        </p:blipFill>
        <p:spPr>
          <a:xfrm>
            <a:off x="4202321" y="390149"/>
            <a:ext cx="2526616" cy="363068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97D200F-49CD-4CB8-BB56-6891742AA6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09" y="2572380"/>
            <a:ext cx="3224065" cy="22769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86C84D1-E72E-40A4-A53E-FDE16973A1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47010">
            <a:off x="3324425" y="3832282"/>
            <a:ext cx="2127248" cy="200260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2790168-F4E4-4B85-A05F-BF8D21F52C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37670">
            <a:off x="7252420" y="3767379"/>
            <a:ext cx="2382885" cy="238288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6061552-C7FA-4410-8958-A8220DA71D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20227">
            <a:off x="7672103" y="1254603"/>
            <a:ext cx="2152835" cy="215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964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D699DEF-4E06-4D00-9B5A-BBF9875C33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881" y="2496073"/>
            <a:ext cx="2792827" cy="41761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F796BE-0BB9-48A9-99AD-F609AD13E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164" y="160552"/>
            <a:ext cx="7995877" cy="1015817"/>
          </a:xfrm>
        </p:spPr>
        <p:txBody>
          <a:bodyPr/>
          <a:lstStyle/>
          <a:p>
            <a:pPr algn="l"/>
            <a:r>
              <a:rPr lang="en-US" dirty="0"/>
              <a:t>HELPING IN DIRE TIMES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27BB7E-41B1-4238-8354-335CB2CA24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23" y="1176369"/>
            <a:ext cx="7084750" cy="184203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 Crore INR worth donation to Chief Minister’s Funds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Helping the needy by donating COVID Care Packages to about 3000 families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Distribution of Sanitizers and  Face Masks to the community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Immunity Boosters for the employees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33011-5A05-40A4-B574-FCEE360EC0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6AA243-FFCA-49E8-817A-7026B78499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4" y="3598449"/>
            <a:ext cx="3983688" cy="26557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D5AEB3-7F55-457B-9ED3-CC3C60FD2A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071" y="963169"/>
            <a:ext cx="4565685" cy="30533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9737D5-696C-4CBA-A625-3F846C4847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7635" y="4008279"/>
            <a:ext cx="3971278" cy="26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963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2D916A-8A20-4079-8F6A-08168F068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756" y="717798"/>
            <a:ext cx="9198116" cy="432000"/>
          </a:xfrm>
        </p:spPr>
        <p:txBody>
          <a:bodyPr/>
          <a:lstStyle/>
          <a:p>
            <a:r>
              <a:rPr lang="en-IN" sz="2800" b="1" spc="0" dirty="0">
                <a:solidFill>
                  <a:schemeClr val="bg1"/>
                </a:solidFill>
              </a:rPr>
              <a:t>KPRIET’s Virtual Enhancement</a:t>
            </a:r>
            <a:endParaRPr lang="en-IN" sz="2800" spc="0" dirty="0">
              <a:solidFill>
                <a:schemeClr val="bg1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49557" y="1293798"/>
            <a:ext cx="9198116" cy="360000"/>
          </a:xfrm>
        </p:spPr>
        <p:txBody>
          <a:bodyPr/>
          <a:lstStyle/>
          <a:p>
            <a:r>
              <a:rPr lang="en-US" b="1" dirty="0"/>
              <a:t>Our IT Facility additions in the past few months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85251D-D20B-474E-B674-04031C245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470686"/>
              </p:ext>
            </p:extLst>
          </p:nvPr>
        </p:nvGraphicFramePr>
        <p:xfrm>
          <a:off x="861134" y="1917576"/>
          <a:ext cx="8504807" cy="41252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58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9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7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1068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50" kern="12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Online Classes,</a:t>
                      </a:r>
                    </a:p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ICT Tools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5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5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Virtual Labs and recorded lectures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5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Product Development (SIG) – Area of Expertise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5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795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800" b="1" kern="1200" dirty="0">
                          <a:solidFill>
                            <a:schemeClr val="bg1"/>
                          </a:solidFill>
                        </a:rPr>
                        <a:t>Google Classroom</a:t>
                      </a:r>
                      <a:endParaRPr lang="en-IN" altLang="ko-KR" sz="1800" b="1" kern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V-labs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8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Journal Publications- 200</a:t>
                      </a:r>
                      <a:endParaRPr lang="en-JM" altLang="ko-KR" sz="1800" b="1" kern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Online conferences – 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000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Google Meet</a:t>
                      </a:r>
                      <a:endParaRPr lang="en-IN" altLang="ko-KR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7E9E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673041"/>
                  </a:ext>
                </a:extLst>
              </a:tr>
              <a:tr h="52507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Patents – 5</a:t>
                      </a:r>
                    </a:p>
                  </a:txBody>
                  <a:tcPr anchor="ctr">
                    <a:solidFill>
                      <a:srgbClr val="CCD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49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800" b="1" kern="1200" dirty="0">
                          <a:solidFill>
                            <a:schemeClr val="bg1"/>
                          </a:solidFill>
                        </a:rPr>
                        <a:t>Jamboard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800" b="1" kern="1200" dirty="0">
                          <a:solidFill>
                            <a:schemeClr val="bg1"/>
                          </a:solidFill>
                        </a:rPr>
                        <a:t>Moodle, Google Classroom</a:t>
                      </a:r>
                      <a:endParaRPr lang="en-JM" altLang="ko-KR" sz="1800" b="1" kern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Proposals – 20</a:t>
                      </a:r>
                    </a:p>
                  </a:txBody>
                  <a:tcPr anchor="ctr">
                    <a:solidFill>
                      <a:srgbClr val="E7E9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611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800" b="1" kern="1200" dirty="0">
                          <a:solidFill>
                            <a:schemeClr val="bg1"/>
                          </a:solidFill>
                        </a:rPr>
                        <a:t>Piazza</a:t>
                      </a:r>
                      <a:endParaRPr lang="en-IN" altLang="ko-KR" sz="1800" b="1" kern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Book chapters - 3</a:t>
                      </a:r>
                    </a:p>
                  </a:txBody>
                  <a:tcPr anchor="ctr">
                    <a:solidFill>
                      <a:srgbClr val="CCD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F81C81A2-CB60-4EF9-B361-16EDF4A071EC}"/>
              </a:ext>
            </a:extLst>
          </p:cNvPr>
          <p:cNvSpPr txBox="1">
            <a:spLocks/>
          </p:cNvSpPr>
          <p:nvPr/>
        </p:nvSpPr>
        <p:spPr>
          <a:xfrm>
            <a:off x="7004482" y="319596"/>
            <a:ext cx="4944862" cy="796404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-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Continuous Enhancement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255221-FE8D-4DC3-8CF0-9DFEAA29C9D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290121F-C9CD-4676-8B23-2D0D2AA73B5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9A1F189-1D57-4A04-920E-535F1A5B3D8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4EB54F8-ACE8-4011-ADD8-FAC031584D66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265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1CFAF108-19B2-4EBA-BC1C-EC109D1143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1219352"/>
              </p:ext>
            </p:extLst>
          </p:nvPr>
        </p:nvGraphicFramePr>
        <p:xfrm>
          <a:off x="346229" y="204187"/>
          <a:ext cx="9596761" cy="5992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CF8C611F-3C02-421B-8678-F815F1186610}"/>
              </a:ext>
            </a:extLst>
          </p:cNvPr>
          <p:cNvSpPr txBox="1"/>
          <p:nvPr/>
        </p:nvSpPr>
        <p:spPr>
          <a:xfrm>
            <a:off x="189843" y="268657"/>
            <a:ext cx="26794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Activities</a:t>
            </a:r>
            <a:endParaRPr lang="ko-KR" altLang="en-US" sz="4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CE8A01D-1801-44A1-8DA1-48386485AB4F}"/>
              </a:ext>
            </a:extLst>
          </p:cNvPr>
          <p:cNvSpPr txBox="1">
            <a:spLocks/>
          </p:cNvSpPr>
          <p:nvPr/>
        </p:nvSpPr>
        <p:spPr>
          <a:xfrm>
            <a:off x="8261599" y="335101"/>
            <a:ext cx="3740558" cy="983038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-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  Practices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B4FFE-9D2C-4667-9037-75A9C1E008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5B2E6E9E-9FF4-42F0-A0E1-1CD15C8FF7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BBA9F7B1-2B39-46EC-BE7F-A8404A54FB4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535D0F-5550-4FA9-9A4A-DAF3E075F840}" type="datetime4">
              <a:rPr lang="en-US" smtClean="0"/>
              <a:t>October 6, 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8028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09704" y="4527042"/>
            <a:ext cx="7274192" cy="2090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Community outreach  - Handing out Masks &amp; Sanitizers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Rewarding employees for innovative minds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1"/>
                </a:solidFill>
              </a:rPr>
              <a:t>	- 9 projects exclusively designed to combat Covid-19 </a:t>
            </a:r>
          </a:p>
          <a:p>
            <a:pPr>
              <a:lnSpc>
                <a:spcPct val="150000"/>
              </a:lnSpc>
            </a:pPr>
            <a:endParaRPr lang="en-I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5307" y="319466"/>
            <a:ext cx="79422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+mj-lt"/>
              </a:rPr>
              <a:t>Fighting Covid-19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688D3D-E34C-4D2A-82AC-87FC6AD4445D}"/>
              </a:ext>
            </a:extLst>
          </p:cNvPr>
          <p:cNvSpPr txBox="1">
            <a:spLocks/>
          </p:cNvSpPr>
          <p:nvPr/>
        </p:nvSpPr>
        <p:spPr>
          <a:xfrm>
            <a:off x="8261599" y="335101"/>
            <a:ext cx="3740558" cy="983038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-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Achievements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5BEC49-C537-4311-96B2-34394A78D21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6DB458-68F1-4320-98C4-535CDF440CF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5017632-3E8E-40AD-BB9D-71313A8E32F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EDFB995-945F-4D00-A07D-FEBBF58ED74C}" type="datetime4">
              <a:rPr lang="en-US" smtClean="0"/>
              <a:t>October 6, 2020</a:t>
            </a:fld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B7BA1D5-7002-4355-B779-E249B3B4820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32" b="96915" l="3516" r="94219">
                        <a14:foregroundMark x1="46172" y1="2848" x2="45078" y2="2532"/>
                        <a14:foregroundMark x1="90703" y1="50158" x2="91484" y2="50712"/>
                        <a14:foregroundMark x1="50234" y1="85601" x2="50000" y2="92801"/>
                        <a14:foregroundMark x1="11953" y1="51028" x2="7891" y2="55142"/>
                        <a14:foregroundMark x1="9219" y1="50158" x2="3516" y2="54351"/>
                        <a14:foregroundMark x1="93125" y1="51266" x2="94219" y2="50712"/>
                        <a14:foregroundMark x1="42422" y1="95965" x2="55703" y2="96915"/>
                        <a14:foregroundMark x1="55703" y1="96915" x2="51719" y2="95016"/>
                      </a14:backgroundRemoval>
                    </a14:imgEffect>
                    <a14:imgEffect>
                      <a14:saturation sa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17855">
            <a:off x="183522" y="1232801"/>
            <a:ext cx="3126373" cy="3087293"/>
          </a:xfrm>
          <a:prstGeom prst="rect">
            <a:avLst/>
          </a:prstGeom>
          <a:noFill/>
          <a:ln>
            <a:noFill/>
          </a:ln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chemeClr val="tx1">
                <a:alpha val="0"/>
              </a:schemeClr>
            </a:outerShdw>
            <a:reflection stA="0" endPos="65000" dist="50800" dir="5400000" sy="-100000" algn="bl" rotWithShape="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A4ACECA-CD3C-4C06-874C-ADA81CB2B5C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451316" y="2716511"/>
            <a:ext cx="1464771" cy="2437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053E68-FA7F-45FA-83C1-D6BFFB1F6227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73602" y="451347"/>
            <a:ext cx="1719823" cy="1935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C79B3B5-0DD0-490B-B22D-A9EE0002730D}"/>
              </a:ext>
            </a:extLst>
          </p:cNvPr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 rot="20068537">
            <a:off x="6689440" y="1813404"/>
            <a:ext cx="1534702" cy="2739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262FFFC-5DA1-4F4B-A534-DFDD9CF31976}"/>
              </a:ext>
            </a:extLst>
          </p:cNvPr>
          <p:cNvPicPr/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298071" y="903349"/>
            <a:ext cx="1958494" cy="3034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49CB858-1D80-4D9D-B884-3C69E0A26EF2}"/>
              </a:ext>
            </a:extLst>
          </p:cNvPr>
          <p:cNvPicPr/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275913" y="2852448"/>
            <a:ext cx="3310960" cy="1507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FD4875-F995-4365-A0AA-2E9756B849E1}"/>
              </a:ext>
            </a:extLst>
          </p:cNvPr>
          <p:cNvSpPr txBox="1"/>
          <p:nvPr/>
        </p:nvSpPr>
        <p:spPr>
          <a:xfrm>
            <a:off x="9982583" y="3743233"/>
            <a:ext cx="22094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hlinkClick r:id="rId9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Products Developed</a:t>
            </a:r>
            <a:endParaRPr lang="en-IN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88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85307" y="319466"/>
            <a:ext cx="79422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+mj-lt"/>
              </a:rPr>
              <a:t>Fighting Covid-19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688D3D-E34C-4D2A-82AC-87FC6AD4445D}"/>
              </a:ext>
            </a:extLst>
          </p:cNvPr>
          <p:cNvSpPr txBox="1">
            <a:spLocks/>
          </p:cNvSpPr>
          <p:nvPr/>
        </p:nvSpPr>
        <p:spPr>
          <a:xfrm>
            <a:off x="6663618" y="-38799"/>
            <a:ext cx="3740558" cy="983038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-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Achievements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5BEC49-C537-4311-96B2-34394A78D21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6DB458-68F1-4320-98C4-535CDF440CF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5017632-3E8E-40AD-BB9D-71313A8E32F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EDFB995-945F-4D00-A07D-FEBBF58ED74C}" type="datetime4">
              <a:rPr lang="en-US" smtClean="0"/>
              <a:t>October 6, 2020</a:t>
            </a:fld>
            <a:endParaRPr lang="en-IN" dirty="0"/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EB345025-FEBC-490B-B05A-B7F23F2A67F9}"/>
              </a:ext>
            </a:extLst>
          </p:cNvPr>
          <p:cNvSpPr/>
          <p:nvPr/>
        </p:nvSpPr>
        <p:spPr>
          <a:xfrm>
            <a:off x="432000" y="1084868"/>
            <a:ext cx="1711862" cy="40602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7FAEC-AB33-41D0-8E0E-F187E0BDFBA2}"/>
              </a:ext>
            </a:extLst>
          </p:cNvPr>
          <p:cNvSpPr txBox="1"/>
          <p:nvPr/>
        </p:nvSpPr>
        <p:spPr>
          <a:xfrm>
            <a:off x="432000" y="5291091"/>
            <a:ext cx="1645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No-Contact hand Wash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0EF30AF1-1D85-4FC1-AEAC-D7D5343432E2}"/>
              </a:ext>
            </a:extLst>
          </p:cNvPr>
          <p:cNvSpPr/>
          <p:nvPr/>
        </p:nvSpPr>
        <p:spPr>
          <a:xfrm>
            <a:off x="2325099" y="1084868"/>
            <a:ext cx="5936500" cy="25856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58FB5E-1230-4159-BA96-F509AE7C7502}"/>
              </a:ext>
            </a:extLst>
          </p:cNvPr>
          <p:cNvSpPr txBox="1"/>
          <p:nvPr/>
        </p:nvSpPr>
        <p:spPr>
          <a:xfrm>
            <a:off x="838457" y="3671436"/>
            <a:ext cx="6835916" cy="656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27835" marR="675005" indent="-142875">
              <a:lnSpc>
                <a:spcPct val="104500"/>
              </a:lnSpc>
            </a:pPr>
            <a:r>
              <a:rPr lang="en-US" sz="1200" dirty="0">
                <a:solidFill>
                  <a:schemeClr val="bg1"/>
                </a:solidFill>
                <a:latin typeface="+mj-lt"/>
                <a:cs typeface="Arial Narrow"/>
              </a:rPr>
              <a:t>D</a:t>
            </a:r>
            <a:r>
              <a:rPr lang="en-US" sz="1200" spc="-70" dirty="0">
                <a:solidFill>
                  <a:schemeClr val="bg1"/>
                </a:solidFill>
                <a:latin typeface="+mj-lt"/>
                <a:cs typeface="Arial Narrow"/>
              </a:rPr>
              <a:t>r</a:t>
            </a:r>
            <a:r>
              <a:rPr lang="en-US" sz="1200" spc="15" dirty="0">
                <a:solidFill>
                  <a:schemeClr val="bg1"/>
                </a:solidFill>
                <a:latin typeface="+mj-lt"/>
                <a:cs typeface="Arial Narrow"/>
              </a:rPr>
              <a:t>.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5" dirty="0">
                <a:solidFill>
                  <a:schemeClr val="bg1"/>
                </a:solidFill>
                <a:latin typeface="+mj-lt"/>
                <a:cs typeface="Arial Narrow"/>
              </a:rPr>
              <a:t>K.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-175" dirty="0">
                <a:solidFill>
                  <a:schemeClr val="bg1"/>
                </a:solidFill>
                <a:latin typeface="+mj-lt"/>
                <a:cs typeface="Arial Narrow"/>
              </a:rPr>
              <a:t>P</a:t>
            </a:r>
            <a:r>
              <a:rPr lang="en-US" sz="1200" spc="15" dirty="0">
                <a:solidFill>
                  <a:schemeClr val="bg1"/>
                </a:solidFill>
                <a:latin typeface="+mj-lt"/>
                <a:cs typeface="Arial Narrow"/>
              </a:rPr>
              <a:t>.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20" dirty="0">
                <a:solidFill>
                  <a:schemeClr val="bg1"/>
                </a:solidFill>
                <a:latin typeface="+mj-lt"/>
                <a:cs typeface="Arial Narrow"/>
              </a:rPr>
              <a:t>Ramasam</a:t>
            </a:r>
            <a:r>
              <a:rPr lang="en-US" sz="1200" spc="-45" dirty="0">
                <a:solidFill>
                  <a:schemeClr val="bg1"/>
                </a:solidFill>
                <a:latin typeface="+mj-lt"/>
                <a:cs typeface="Arial Narrow"/>
              </a:rPr>
              <a:t>y</a:t>
            </a:r>
            <a:r>
              <a:rPr lang="en-US" sz="1200" spc="-40" dirty="0">
                <a:solidFill>
                  <a:schemeClr val="bg1"/>
                </a:solidFill>
                <a:latin typeface="+mj-lt"/>
                <a:cs typeface="Arial Narrow"/>
              </a:rPr>
              <a:t>,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10" dirty="0">
                <a:solidFill>
                  <a:schemeClr val="bg1"/>
                </a:solidFill>
                <a:latin typeface="+mj-lt"/>
                <a:cs typeface="Arial Narrow"/>
              </a:rPr>
              <a:t>Chairman,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KPRI</a:t>
            </a:r>
            <a:r>
              <a:rPr lang="en-US" sz="1200" spc="-10" dirty="0">
                <a:solidFill>
                  <a:schemeClr val="bg1"/>
                </a:solidFill>
                <a:latin typeface="+mj-lt"/>
                <a:cs typeface="Arial Narrow"/>
              </a:rPr>
              <a:t>ET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35" dirty="0">
                <a:solidFill>
                  <a:schemeClr val="bg1"/>
                </a:solidFill>
                <a:latin typeface="+mj-lt"/>
                <a:cs typeface="Arial Narrow"/>
              </a:rPr>
              <a:t>inspecting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35" dirty="0">
                <a:solidFill>
                  <a:schemeClr val="bg1"/>
                </a:solidFill>
                <a:latin typeface="+mj-lt"/>
                <a:cs typeface="Arial Narrow"/>
              </a:rPr>
              <a:t>the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50" dirty="0">
                <a:solidFill>
                  <a:schemeClr val="bg1"/>
                </a:solidFill>
                <a:latin typeface="+mj-lt"/>
                <a:cs typeface="Arial Narrow"/>
              </a:rPr>
              <a:t>au</a:t>
            </a:r>
            <a:r>
              <a:rPr lang="en-US" sz="1200" spc="10" dirty="0">
                <a:solidFill>
                  <a:schemeClr val="bg1"/>
                </a:solidFill>
                <a:latin typeface="+mj-lt"/>
                <a:cs typeface="Arial Narrow"/>
              </a:rPr>
              <a:t>t</a:t>
            </a:r>
            <a:r>
              <a:rPr lang="en-US" sz="1200" spc="40" dirty="0">
                <a:solidFill>
                  <a:schemeClr val="bg1"/>
                </a:solidFill>
                <a:latin typeface="+mj-lt"/>
                <a:cs typeface="Arial Narrow"/>
              </a:rPr>
              <a:t>omatic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35" dirty="0">
                <a:solidFill>
                  <a:schemeClr val="bg1"/>
                </a:solidFill>
                <a:latin typeface="+mj-lt"/>
                <a:cs typeface="Arial Narrow"/>
              </a:rPr>
              <a:t>sanitizing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25" dirty="0">
                <a:solidFill>
                  <a:schemeClr val="bg1"/>
                </a:solidFill>
                <a:latin typeface="+mj-lt"/>
                <a:cs typeface="Arial Narrow"/>
              </a:rPr>
              <a:t>machine</a:t>
            </a:r>
            <a:r>
              <a:rPr lang="en-US" sz="1200" spc="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20" dirty="0">
                <a:solidFill>
                  <a:schemeClr val="bg1"/>
                </a:solidFill>
                <a:latin typeface="+mj-lt"/>
                <a:cs typeface="Arial Narrow"/>
              </a:rPr>
              <a:t>designed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20" dirty="0">
                <a:solidFill>
                  <a:schemeClr val="bg1"/>
                </a:solidFill>
                <a:latin typeface="+mj-lt"/>
                <a:cs typeface="Arial Narrow"/>
              </a:rPr>
              <a:t>b</a:t>
            </a:r>
            <a:r>
              <a:rPr lang="en-US" sz="1200" spc="25" dirty="0">
                <a:solidFill>
                  <a:schemeClr val="bg1"/>
                </a:solidFill>
                <a:latin typeface="+mj-lt"/>
                <a:cs typeface="Arial Narrow"/>
              </a:rPr>
              <a:t>y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35" dirty="0">
                <a:solidFill>
                  <a:schemeClr val="bg1"/>
                </a:solidFill>
                <a:latin typeface="+mj-lt"/>
                <a:cs typeface="Arial Narrow"/>
              </a:rPr>
              <a:t>the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35" dirty="0">
                <a:solidFill>
                  <a:schemeClr val="bg1"/>
                </a:solidFill>
                <a:latin typeface="+mj-lt"/>
                <a:cs typeface="Arial Narrow"/>
              </a:rPr>
              <a:t>students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40" dirty="0">
                <a:solidFill>
                  <a:schemeClr val="bg1"/>
                </a:solidFill>
                <a:latin typeface="+mj-lt"/>
                <a:cs typeface="Arial Narrow"/>
              </a:rPr>
              <a:t>and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40" dirty="0">
                <a:solidFill>
                  <a:schemeClr val="bg1"/>
                </a:solidFill>
                <a:latin typeface="+mj-lt"/>
                <a:cs typeface="Arial Narrow"/>
              </a:rPr>
              <a:t>faculty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55" dirty="0">
                <a:solidFill>
                  <a:schemeClr val="bg1"/>
                </a:solidFill>
                <a:latin typeface="+mj-lt"/>
                <a:cs typeface="Arial Narrow"/>
              </a:rPr>
              <a:t>of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35" dirty="0">
                <a:solidFill>
                  <a:schemeClr val="bg1"/>
                </a:solidFill>
                <a:latin typeface="+mj-lt"/>
                <a:cs typeface="Arial Narrow"/>
              </a:rPr>
              <a:t>the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15" dirty="0">
                <a:solidFill>
                  <a:schemeClr val="bg1"/>
                </a:solidFill>
                <a:latin typeface="+mj-lt"/>
                <a:cs typeface="Arial Narrow"/>
              </a:rPr>
              <a:t>Dept.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55" dirty="0">
                <a:solidFill>
                  <a:schemeClr val="bg1"/>
                </a:solidFill>
                <a:latin typeface="+mj-lt"/>
                <a:cs typeface="Arial Narrow"/>
              </a:rPr>
              <a:t>of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-65" dirty="0">
                <a:solidFill>
                  <a:schemeClr val="bg1"/>
                </a:solidFill>
                <a:latin typeface="+mj-lt"/>
                <a:cs typeface="Arial Narrow"/>
              </a:rPr>
              <a:t>ECE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25" dirty="0">
                <a:solidFill>
                  <a:schemeClr val="bg1"/>
                </a:solidFill>
                <a:latin typeface="+mj-lt"/>
                <a:cs typeface="Arial Narrow"/>
              </a:rPr>
              <a:t>and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15" dirty="0">
                <a:solidFill>
                  <a:schemeClr val="bg1"/>
                </a:solidFill>
                <a:latin typeface="+mj-lt"/>
                <a:cs typeface="Arial Narrow"/>
              </a:rPr>
              <a:t>Chemical</a:t>
            </a:r>
            <a:r>
              <a:rPr lang="en-US" sz="1200" spc="-15" dirty="0">
                <a:solidFill>
                  <a:schemeClr val="bg1"/>
                </a:solidFill>
                <a:latin typeface="+mj-lt"/>
                <a:cs typeface="Arial Narrow"/>
              </a:rPr>
              <a:t> </a:t>
            </a:r>
            <a:r>
              <a:rPr lang="en-US" sz="1200" spc="20" dirty="0">
                <a:solidFill>
                  <a:schemeClr val="bg1"/>
                </a:solidFill>
                <a:latin typeface="+mj-lt"/>
                <a:cs typeface="Arial Narrow"/>
              </a:rPr>
              <a:t>Engineering.</a:t>
            </a:r>
            <a:endParaRPr lang="en-US" sz="1200" dirty="0">
              <a:solidFill>
                <a:schemeClr val="bg1"/>
              </a:solidFill>
              <a:latin typeface="+mj-lt"/>
              <a:cs typeface="Arial Narrow"/>
            </a:endParaRPr>
          </a:p>
        </p:txBody>
      </p:sp>
      <p:sp>
        <p:nvSpPr>
          <p:cNvPr id="26" name="object 5">
            <a:extLst>
              <a:ext uri="{FF2B5EF4-FFF2-40B4-BE49-F238E27FC236}">
                <a16:creationId xmlns:a16="http://schemas.microsoft.com/office/drawing/2014/main" id="{E1DFDB3A-F0C8-47D0-8DE1-5EB9E89DE8C6}"/>
              </a:ext>
            </a:extLst>
          </p:cNvPr>
          <p:cNvSpPr/>
          <p:nvPr/>
        </p:nvSpPr>
        <p:spPr>
          <a:xfrm>
            <a:off x="8157456" y="879074"/>
            <a:ext cx="4034544" cy="18089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6">
            <a:extLst>
              <a:ext uri="{FF2B5EF4-FFF2-40B4-BE49-F238E27FC236}">
                <a16:creationId xmlns:a16="http://schemas.microsoft.com/office/drawing/2014/main" id="{D96F9DCF-E363-4090-9DF8-4064F5A81BC2}"/>
              </a:ext>
            </a:extLst>
          </p:cNvPr>
          <p:cNvSpPr/>
          <p:nvPr/>
        </p:nvSpPr>
        <p:spPr>
          <a:xfrm>
            <a:off x="9535458" y="2429093"/>
            <a:ext cx="2656542" cy="210435"/>
          </a:xfrm>
          <a:custGeom>
            <a:avLst/>
            <a:gdLst/>
            <a:ahLst/>
            <a:cxnLst/>
            <a:rect l="l" t="t" r="r" b="b"/>
            <a:pathLst>
              <a:path w="3502025" h="280670">
                <a:moveTo>
                  <a:pt x="3475577" y="0"/>
                </a:moveTo>
                <a:lnTo>
                  <a:pt x="26456" y="0"/>
                </a:lnTo>
                <a:lnTo>
                  <a:pt x="13561" y="3376"/>
                </a:lnTo>
                <a:lnTo>
                  <a:pt x="3751" y="12915"/>
                </a:lnTo>
                <a:lnTo>
                  <a:pt x="0" y="26456"/>
                </a:lnTo>
                <a:lnTo>
                  <a:pt x="3375" y="266898"/>
                </a:lnTo>
                <a:lnTo>
                  <a:pt x="12913" y="276708"/>
                </a:lnTo>
                <a:lnTo>
                  <a:pt x="26456" y="280461"/>
                </a:lnTo>
                <a:lnTo>
                  <a:pt x="3488469" y="277085"/>
                </a:lnTo>
                <a:lnTo>
                  <a:pt x="3498279" y="267546"/>
                </a:lnTo>
                <a:lnTo>
                  <a:pt x="3502032" y="254005"/>
                </a:lnTo>
                <a:lnTo>
                  <a:pt x="3498656" y="13563"/>
                </a:lnTo>
                <a:lnTo>
                  <a:pt x="3489117" y="3752"/>
                </a:lnTo>
                <a:lnTo>
                  <a:pt x="3475577" y="0"/>
                </a:lnTo>
                <a:close/>
              </a:path>
            </a:pathLst>
          </a:custGeom>
          <a:solidFill>
            <a:srgbClr val="2E3092"/>
          </a:solidFill>
        </p:spPr>
        <p:txBody>
          <a:bodyPr wrap="square" lIns="0" tIns="0" rIns="0" bIns="0" rtlCol="0"/>
          <a:lstStyle/>
          <a:p>
            <a:pPr algn="r"/>
            <a:r>
              <a:rPr lang="en-US" dirty="0"/>
              <a:t>Hand Sanitizers</a:t>
            </a:r>
            <a:endParaRPr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E126FE2-9BE6-40A0-969A-F770A69DCC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1701" y="4324327"/>
            <a:ext cx="3138550" cy="21666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80BCD8E-5107-4422-BB26-9F8BD82DD1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2725" y="2972335"/>
            <a:ext cx="2696051" cy="22904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E9A2E7A-DECE-4CDA-8A78-FDB181EA9B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4178" y="4648566"/>
            <a:ext cx="3715563" cy="155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11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F3B0A4F-7849-46D8-A683-FA4AC023ED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20" b="10044"/>
          <a:stretch/>
        </p:blipFill>
        <p:spPr>
          <a:xfrm>
            <a:off x="7645202" y="2761346"/>
            <a:ext cx="4201537" cy="27963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464311-9535-4C55-87DF-999827EB7B41}"/>
              </a:ext>
            </a:extLst>
          </p:cNvPr>
          <p:cNvSpPr txBox="1"/>
          <p:nvPr/>
        </p:nvSpPr>
        <p:spPr>
          <a:xfrm>
            <a:off x="516694" y="446196"/>
            <a:ext cx="6318215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r>
              <a:rPr lang="en-IN" sz="4000" b="1" dirty="0">
                <a:latin typeface="+mj-lt"/>
              </a:rPr>
              <a:t>ACHIEVEMENTS</a:t>
            </a:r>
            <a:endParaRPr lang="ko-KR" altLang="en-US" sz="4000" b="1" dirty="0">
              <a:latin typeface="+mj-lt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7421" y="1429290"/>
            <a:ext cx="7276152" cy="1572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dirty="0">
                <a:solidFill>
                  <a:schemeClr val="bg1"/>
                </a:solidFill>
              </a:rPr>
              <a:t>Facilities were created for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Uninterrupted coaching and continuous enhancement of knowledge.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Switching from unprepared state </a:t>
            </a:r>
            <a:r>
              <a:rPr lang="en-IN" dirty="0">
                <a:solidFill>
                  <a:schemeClr val="bg1"/>
                </a:solidFill>
                <a:sym typeface="Wingdings" pitchFamily="2" charset="2"/>
              </a:rPr>
              <a:t></a:t>
            </a:r>
            <a:r>
              <a:rPr lang="en-IN" dirty="0">
                <a:solidFill>
                  <a:schemeClr val="bg1"/>
                </a:solidFill>
              </a:rPr>
              <a:t> Qualified within weeks.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Frictionless movement in Teaching - Learning Process.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B701566-17CD-4125-9E62-32062B607BB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5556" y="0"/>
            <a:ext cx="3766444" cy="3766444"/>
          </a:xfrm>
          <a:prstGeom prst="rect">
            <a:avLst/>
          </a:prstGeom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C1CAD638-B679-4DAE-9A02-130B9195A0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BC7BE3-488D-44FD-8A19-1E293C8834E9}" type="datetime4">
              <a:rPr lang="en-US" smtClean="0"/>
              <a:t>October 6, 2020</a:t>
            </a:fld>
            <a:endParaRPr lang="en-IN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478D380F-C8DD-4597-BC38-B84903E3AC1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D769995-B90A-4A30-84EE-0A0DA41B0949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96BD5-106D-403E-B061-EF20117B2D1A}"/>
              </a:ext>
            </a:extLst>
          </p:cNvPr>
          <p:cNvSpPr txBox="1"/>
          <p:nvPr/>
        </p:nvSpPr>
        <p:spPr>
          <a:xfrm>
            <a:off x="644167" y="4696050"/>
            <a:ext cx="6038956" cy="923330"/>
          </a:xfrm>
          <a:prstGeom prst="rect">
            <a:avLst/>
          </a:prstGeom>
          <a:solidFill>
            <a:srgbClr val="28B84C"/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b="1" dirty="0"/>
              <a:t>MOOCS-1550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b="1" dirty="0"/>
              <a:t>Coursera, NPTEL (12000+ courses)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b="1" dirty="0"/>
              <a:t>FDPs, Workshops (1000+)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FCC5CD-F5E4-4797-BE21-1C0485F5043D}"/>
              </a:ext>
            </a:extLst>
          </p:cNvPr>
          <p:cNvSpPr txBox="1"/>
          <p:nvPr/>
        </p:nvSpPr>
        <p:spPr>
          <a:xfrm>
            <a:off x="644167" y="4115739"/>
            <a:ext cx="61907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Motivated Faculty</a:t>
            </a:r>
            <a:endParaRPr lang="en-IN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8981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49C524-125C-4136-A41E-DEBB29413007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023987" y="3616540"/>
            <a:ext cx="6797675" cy="1673225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sz="8800" dirty="0">
                <a:solidFill>
                  <a:srgbClr val="1C9243"/>
                </a:solidFill>
                <a:latin typeface="D-DIN Exp" panose="020B0504020202030204" pitchFamily="34" charset="0"/>
              </a:rPr>
              <a:t>Thank you</a:t>
            </a:r>
            <a:endParaRPr lang="en-IN" sz="8800" dirty="0">
              <a:solidFill>
                <a:srgbClr val="1C9243"/>
              </a:solidFill>
              <a:latin typeface="D-DIN Exp" panose="020B0504020202030204" pitchFamily="34" charset="0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9C9F0CA-1AE0-40E1-91E2-0375FB4D9A3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0511545-8D52-4264-B2DA-F694E72B135A}" type="datetime4">
              <a:rPr lang="en-US" smtClean="0"/>
              <a:t>October 6, 2020</a:t>
            </a:fld>
            <a:endParaRPr lang="en-IN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8658476-DA05-4BE5-B8D3-12CA5120CE4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Best Practices @ KPRIET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4A39329-AC33-4CB4-B332-9F4CCC7EA7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98161071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ALLPPT- BURGE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8BA16"/>
      </a:accent1>
      <a:accent2>
        <a:srgbClr val="454545"/>
      </a:accent2>
      <a:accent3>
        <a:srgbClr val="F8BA16"/>
      </a:accent3>
      <a:accent4>
        <a:srgbClr val="454545"/>
      </a:accent4>
      <a:accent5>
        <a:srgbClr val="F8BA16"/>
      </a:accent5>
      <a:accent6>
        <a:srgbClr val="454545"/>
      </a:accent6>
      <a:hlink>
        <a:srgbClr val="454545"/>
      </a:hlink>
      <a:folHlink>
        <a:srgbClr val="454545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 Break Slide Master">
  <a:themeElements>
    <a:clrScheme name="ALLPPT- BURGE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8BA16"/>
      </a:accent1>
      <a:accent2>
        <a:srgbClr val="454545"/>
      </a:accent2>
      <a:accent3>
        <a:srgbClr val="F8BA16"/>
      </a:accent3>
      <a:accent4>
        <a:srgbClr val="454545"/>
      </a:accent4>
      <a:accent5>
        <a:srgbClr val="F8BA16"/>
      </a:accent5>
      <a:accent6>
        <a:srgbClr val="454545"/>
      </a:accent6>
      <a:hlink>
        <a:srgbClr val="454545"/>
      </a:hlink>
      <a:folHlink>
        <a:srgbClr val="454545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Non-Official KPRIET Rebrand Template">
  <a:themeElements>
    <a:clrScheme name="KPR Scheme">
      <a:dk1>
        <a:srgbClr val="1C5092"/>
      </a:dk1>
      <a:lt1>
        <a:srgbClr val="FFFFFF"/>
      </a:lt1>
      <a:dk2>
        <a:srgbClr val="1B9243"/>
      </a:dk2>
      <a:lt2>
        <a:srgbClr val="FFFFFF"/>
      </a:lt2>
      <a:accent1>
        <a:srgbClr val="1C5092"/>
      </a:accent1>
      <a:accent2>
        <a:srgbClr val="BFBFBF"/>
      </a:accent2>
      <a:accent3>
        <a:srgbClr val="0070C0"/>
      </a:accent3>
      <a:accent4>
        <a:srgbClr val="7030A0"/>
      </a:accent4>
      <a:accent5>
        <a:srgbClr val="FFC000"/>
      </a:accent5>
      <a:accent6>
        <a:srgbClr val="FFFF00"/>
      </a:accent6>
      <a:hlink>
        <a:srgbClr val="54C3BD"/>
      </a:hlink>
      <a:folHlink>
        <a:srgbClr val="54C3BD"/>
      </a:folHlink>
    </a:clrScheme>
    <a:fontScheme name="Custom 2">
      <a:majorFont>
        <a:latin typeface="D-DIN Exp"/>
        <a:ea typeface=""/>
        <a:cs typeface=""/>
      </a:majorFont>
      <a:minorFont>
        <a:latin typeface="Hele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Non-Official KPRIET Rebrand Template" id="{244CA466-501B-4256-9CA9-6C5F8FACBC4F}" vid="{B8559A5A-0F26-45D9-B426-E42BCB6DB071}"/>
    </a:ext>
  </a:extLst>
</a:theme>
</file>

<file path=ppt/theme/theme4.xml><?xml version="1.0" encoding="utf-8"?>
<a:theme xmlns:a="http://schemas.openxmlformats.org/drawingml/2006/main" name="1_Office Theme">
  <a:themeElements>
    <a:clrScheme name="KPR Scheme">
      <a:dk1>
        <a:srgbClr val="1C5092"/>
      </a:dk1>
      <a:lt1>
        <a:srgbClr val="FFFFFF"/>
      </a:lt1>
      <a:dk2>
        <a:srgbClr val="1B9243"/>
      </a:dk2>
      <a:lt2>
        <a:srgbClr val="FFFFFF"/>
      </a:lt2>
      <a:accent1>
        <a:srgbClr val="1C5092"/>
      </a:accent1>
      <a:accent2>
        <a:srgbClr val="BFBFBF"/>
      </a:accent2>
      <a:accent3>
        <a:srgbClr val="0070C0"/>
      </a:accent3>
      <a:accent4>
        <a:srgbClr val="7030A0"/>
      </a:accent4>
      <a:accent5>
        <a:srgbClr val="FFC000"/>
      </a:accent5>
      <a:accent6>
        <a:srgbClr val="FFFF00"/>
      </a:accent6>
      <a:hlink>
        <a:srgbClr val="54C3BD"/>
      </a:hlink>
      <a:folHlink>
        <a:srgbClr val="54C3BD"/>
      </a:folHlink>
    </a:clrScheme>
    <a:fontScheme name="Custom 2">
      <a:majorFont>
        <a:latin typeface="D-DIN Exp"/>
        <a:ea typeface=""/>
        <a:cs typeface=""/>
      </a:majorFont>
      <a:minorFont>
        <a:latin typeface="Hele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C84B30EC-0085-4B02-B549-85261AA7A7FD}" vid="{B38EAA63-7B49-47D5-A9B8-CCF1CC9145BA}"/>
    </a:ext>
  </a:extLst>
</a:theme>
</file>

<file path=ppt/theme/theme5.xml><?xml version="1.0" encoding="utf-8"?>
<a:theme xmlns:a="http://schemas.openxmlformats.org/drawingml/2006/main" name="2_Office Theme">
  <a:themeElements>
    <a:clrScheme name="KPR Scheme">
      <a:dk1>
        <a:srgbClr val="1C5092"/>
      </a:dk1>
      <a:lt1>
        <a:srgbClr val="FFFFFF"/>
      </a:lt1>
      <a:dk2>
        <a:srgbClr val="1B9243"/>
      </a:dk2>
      <a:lt2>
        <a:srgbClr val="FFFFFF"/>
      </a:lt2>
      <a:accent1>
        <a:srgbClr val="1C5092"/>
      </a:accent1>
      <a:accent2>
        <a:srgbClr val="BFBFBF"/>
      </a:accent2>
      <a:accent3>
        <a:srgbClr val="0070C0"/>
      </a:accent3>
      <a:accent4>
        <a:srgbClr val="7030A0"/>
      </a:accent4>
      <a:accent5>
        <a:srgbClr val="FFC000"/>
      </a:accent5>
      <a:accent6>
        <a:srgbClr val="FFFF00"/>
      </a:accent6>
      <a:hlink>
        <a:srgbClr val="54C3BD"/>
      </a:hlink>
      <a:folHlink>
        <a:srgbClr val="54C3BD"/>
      </a:folHlink>
    </a:clrScheme>
    <a:fontScheme name="Custom 2">
      <a:majorFont>
        <a:latin typeface="D-DIN Exp"/>
        <a:ea typeface=""/>
        <a:cs typeface=""/>
      </a:majorFont>
      <a:minorFont>
        <a:latin typeface="Hele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C84B30EC-0085-4B02-B549-85261AA7A7FD}" vid="{B38EAA63-7B49-47D5-A9B8-CCF1CC9145B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2571</TotalTime>
  <Words>454</Words>
  <Application>Microsoft Office PowerPoint</Application>
  <PresentationFormat>Widescreen</PresentationFormat>
  <Paragraphs>117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Calibri</vt:lpstr>
      <vt:lpstr>D-DIN Exp</vt:lpstr>
      <vt:lpstr>Helevetica</vt:lpstr>
      <vt:lpstr>Times New Roman</vt:lpstr>
      <vt:lpstr>Wingdings</vt:lpstr>
      <vt:lpstr>Contents Slide Master</vt:lpstr>
      <vt:lpstr>Section Break Slide Master</vt:lpstr>
      <vt:lpstr>Non-Official KPRIET Rebrand Template</vt:lpstr>
      <vt:lpstr>1_Office Theme</vt:lpstr>
      <vt:lpstr>2_Office Theme</vt:lpstr>
      <vt:lpstr>PowerPoint Presentation</vt:lpstr>
      <vt:lpstr>Agenda</vt:lpstr>
      <vt:lpstr>Meet Our Team </vt:lpstr>
      <vt:lpstr>Strength in Numbers</vt:lpstr>
      <vt:lpstr>Thermal Scanning &amp; Contact- Less Sanitizers</vt:lpstr>
      <vt:lpstr>Online Events</vt:lpstr>
      <vt:lpstr>HELPING IN DIRE TIMES</vt:lpstr>
      <vt:lpstr>KPRIET’s Virtual Enhancement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Joel Ebenezer</cp:lastModifiedBy>
  <cp:revision>202</cp:revision>
  <dcterms:created xsi:type="dcterms:W3CDTF">2020-01-20T05:08:25Z</dcterms:created>
  <dcterms:modified xsi:type="dcterms:W3CDTF">2020-10-06T06:46:25Z</dcterms:modified>
</cp:coreProperties>
</file>