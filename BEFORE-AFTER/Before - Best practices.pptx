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sldIdLst>
    <p:sldId id="347" r:id="rId4"/>
    <p:sldId id="257" r:id="rId5"/>
    <p:sldId id="342" r:id="rId6"/>
    <p:sldId id="260" r:id="rId7"/>
    <p:sldId id="312" r:id="rId8"/>
    <p:sldId id="352" r:id="rId9"/>
    <p:sldId id="319" r:id="rId10"/>
    <p:sldId id="337" r:id="rId11"/>
    <p:sldId id="348" r:id="rId12"/>
    <p:sldId id="349" r:id="rId13"/>
    <p:sldId id="300" r:id="rId14"/>
    <p:sldId id="308" r:id="rId15"/>
    <p:sldId id="31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660066"/>
    <a:srgbClr val="FF9B9B"/>
    <a:srgbClr val="FFCCCC"/>
    <a:srgbClr val="E8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3" autoAdjust="0"/>
    <p:restoredTop sz="94660"/>
  </p:normalViewPr>
  <p:slideViewPr>
    <p:cSldViewPr snapToGrid="0" showGuides="1">
      <p:cViewPr>
        <p:scale>
          <a:sx n="59" d="100"/>
          <a:sy n="59" d="100"/>
        </p:scale>
        <p:origin x="-1266" y="-402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F5A4-45B2-9378-3FF6484261D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F5A4-45B2-9378-3FF6484261D3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F5A4-45B2-9378-3FF6484261D3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F5A4-45B2-9378-3FF6484261D3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F5A4-45B2-9378-3FF6484261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solidFill>
          <a:schemeClr val="bg1"/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85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36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=""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=""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12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21DB724-9006-424E-A191-C08CB17EE2CA}"/>
              </a:ext>
            </a:extLst>
          </p:cNvPr>
          <p:cNvSpPr/>
          <p:nvPr userDrawn="1"/>
        </p:nvSpPr>
        <p:spPr>
          <a:xfrm>
            <a:off x="462336" y="315931"/>
            <a:ext cx="3113070" cy="62261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>
            <a:extLst>
              <a:ext uri="{FF2B5EF4-FFF2-40B4-BE49-F238E27FC236}">
                <a16:creationId xmlns="" xmlns:a16="http://schemas.microsoft.com/office/drawing/2014/main" id="{13FB2FD4-D355-49C8-B7E0-BC49131F2FE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82645" y="553565"/>
            <a:ext cx="2672453" cy="2405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4BAF68A-9D51-4222-8013-E9B5F82098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0903"/>
            <a:ext cx="11600704" cy="1140891"/>
          </a:xfrm>
          <a:prstGeom prst="rect">
            <a:avLst/>
          </a:prstGeom>
        </p:spPr>
      </p:pic>
      <p:pic>
        <p:nvPicPr>
          <p:cNvPr id="3" name="Picture 3" descr="E:\002-KIMS BUSINESS\007-02-MaxPPT-Contents\150902-com-Global-Laptop\mo900.png">
            <a:extLst>
              <a:ext uri="{FF2B5EF4-FFF2-40B4-BE49-F238E27FC236}">
                <a16:creationId xmlns="" xmlns:a16="http://schemas.microsoft.com/office/drawing/2014/main" id="{1C4F8B41-3F98-4240-8891-4ADABC669A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3"/>
          <a:stretch/>
        </p:blipFill>
        <p:spPr bwMode="auto">
          <a:xfrm flipH="1">
            <a:off x="8509450" y="2348880"/>
            <a:ext cx="3683812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>
            <a:extLst>
              <a:ext uri="{FF2B5EF4-FFF2-40B4-BE49-F238E27FC236}">
                <a16:creationId xmlns="" xmlns:a16="http://schemas.microsoft.com/office/drawing/2014/main" id="{88CB46E1-8EB0-4782-9CDE-623B6BC6877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898129" y="2735416"/>
            <a:ext cx="1672517" cy="2613110"/>
          </a:xfrm>
          <a:custGeom>
            <a:avLst/>
            <a:gdLst>
              <a:gd name="connsiteX0" fmla="*/ 0 w 1296000"/>
              <a:gd name="connsiteY0" fmla="*/ 0 h 2700000"/>
              <a:gd name="connsiteX1" fmla="*/ 1296000 w 1296000"/>
              <a:gd name="connsiteY1" fmla="*/ 0 h 2700000"/>
              <a:gd name="connsiteX2" fmla="*/ 1296000 w 1296000"/>
              <a:gd name="connsiteY2" fmla="*/ 2700000 h 2700000"/>
              <a:gd name="connsiteX3" fmla="*/ 0 w 1296000"/>
              <a:gd name="connsiteY3" fmla="*/ 2700000 h 2700000"/>
              <a:gd name="connsiteX4" fmla="*/ 0 w 1296000"/>
              <a:gd name="connsiteY4" fmla="*/ 0 h 2700000"/>
              <a:gd name="connsiteX0" fmla="*/ 0 w 1436677"/>
              <a:gd name="connsiteY0" fmla="*/ 0 h 2745513"/>
              <a:gd name="connsiteX1" fmla="*/ 1436677 w 1436677"/>
              <a:gd name="connsiteY1" fmla="*/ 45513 h 2745513"/>
              <a:gd name="connsiteX2" fmla="*/ 1436677 w 1436677"/>
              <a:gd name="connsiteY2" fmla="*/ 2745513 h 2745513"/>
              <a:gd name="connsiteX3" fmla="*/ 140677 w 1436677"/>
              <a:gd name="connsiteY3" fmla="*/ 2745513 h 2745513"/>
              <a:gd name="connsiteX4" fmla="*/ 0 w 1436677"/>
              <a:gd name="connsiteY4" fmla="*/ 0 h 2745513"/>
              <a:gd name="connsiteX0" fmla="*/ 0 w 1453227"/>
              <a:gd name="connsiteY0" fmla="*/ 0 h 2745513"/>
              <a:gd name="connsiteX1" fmla="*/ 1453227 w 1453227"/>
              <a:gd name="connsiteY1" fmla="*/ 45513 h 2745513"/>
              <a:gd name="connsiteX2" fmla="*/ 1453227 w 1453227"/>
              <a:gd name="connsiteY2" fmla="*/ 2745513 h 2745513"/>
              <a:gd name="connsiteX3" fmla="*/ 157227 w 1453227"/>
              <a:gd name="connsiteY3" fmla="*/ 2745513 h 2745513"/>
              <a:gd name="connsiteX4" fmla="*/ 0 w 1453227"/>
              <a:gd name="connsiteY4" fmla="*/ 0 h 2745513"/>
              <a:gd name="connsiteX0" fmla="*/ 0 w 1523565"/>
              <a:gd name="connsiteY0" fmla="*/ 0 h 2745513"/>
              <a:gd name="connsiteX1" fmla="*/ 1523565 w 1523565"/>
              <a:gd name="connsiteY1" fmla="*/ 16550 h 2745513"/>
              <a:gd name="connsiteX2" fmla="*/ 1453227 w 1523565"/>
              <a:gd name="connsiteY2" fmla="*/ 2745513 h 2745513"/>
              <a:gd name="connsiteX3" fmla="*/ 157227 w 1523565"/>
              <a:gd name="connsiteY3" fmla="*/ 2745513 h 2745513"/>
              <a:gd name="connsiteX4" fmla="*/ 0 w 1523565"/>
              <a:gd name="connsiteY4" fmla="*/ 0 h 2745513"/>
              <a:gd name="connsiteX0" fmla="*/ 0 w 1672517"/>
              <a:gd name="connsiteY0" fmla="*/ 0 h 2745513"/>
              <a:gd name="connsiteX1" fmla="*/ 1523565 w 1672517"/>
              <a:gd name="connsiteY1" fmla="*/ 16550 h 2745513"/>
              <a:gd name="connsiteX2" fmla="*/ 1672517 w 1672517"/>
              <a:gd name="connsiteY2" fmla="*/ 2580011 h 2745513"/>
              <a:gd name="connsiteX3" fmla="*/ 157227 w 1672517"/>
              <a:gd name="connsiteY3" fmla="*/ 2745513 h 2745513"/>
              <a:gd name="connsiteX4" fmla="*/ 0 w 1672517"/>
              <a:gd name="connsiteY4" fmla="*/ 0 h 2745513"/>
              <a:gd name="connsiteX0" fmla="*/ 0 w 1672517"/>
              <a:gd name="connsiteY0" fmla="*/ 0 h 2580011"/>
              <a:gd name="connsiteX1" fmla="*/ 1523565 w 1672517"/>
              <a:gd name="connsiteY1" fmla="*/ 16550 h 2580011"/>
              <a:gd name="connsiteX2" fmla="*/ 1672517 w 1672517"/>
              <a:gd name="connsiteY2" fmla="*/ 2580011 h 2580011"/>
              <a:gd name="connsiteX3" fmla="*/ 165502 w 1672517"/>
              <a:gd name="connsiteY3" fmla="*/ 2563460 h 2580011"/>
              <a:gd name="connsiteX4" fmla="*/ 0 w 1672517"/>
              <a:gd name="connsiteY4" fmla="*/ 0 h 2580011"/>
              <a:gd name="connsiteX0" fmla="*/ 0 w 1672517"/>
              <a:gd name="connsiteY0" fmla="*/ 0 h 2604835"/>
              <a:gd name="connsiteX1" fmla="*/ 1523565 w 1672517"/>
              <a:gd name="connsiteY1" fmla="*/ 16550 h 2604835"/>
              <a:gd name="connsiteX2" fmla="*/ 1672517 w 1672517"/>
              <a:gd name="connsiteY2" fmla="*/ 2580011 h 2604835"/>
              <a:gd name="connsiteX3" fmla="*/ 161364 w 1672517"/>
              <a:gd name="connsiteY3" fmla="*/ 2604835 h 2604835"/>
              <a:gd name="connsiteX4" fmla="*/ 0 w 1672517"/>
              <a:gd name="connsiteY4" fmla="*/ 0 h 2604835"/>
              <a:gd name="connsiteX0" fmla="*/ 0 w 1672517"/>
              <a:gd name="connsiteY0" fmla="*/ 0 h 2613110"/>
              <a:gd name="connsiteX1" fmla="*/ 1523565 w 1672517"/>
              <a:gd name="connsiteY1" fmla="*/ 16550 h 2613110"/>
              <a:gd name="connsiteX2" fmla="*/ 1672517 w 1672517"/>
              <a:gd name="connsiteY2" fmla="*/ 2580011 h 2613110"/>
              <a:gd name="connsiteX3" fmla="*/ 161364 w 1672517"/>
              <a:gd name="connsiteY3" fmla="*/ 2613110 h 2613110"/>
              <a:gd name="connsiteX4" fmla="*/ 0 w 1672517"/>
              <a:gd name="connsiteY4" fmla="*/ 0 h 261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517" h="2613110">
                <a:moveTo>
                  <a:pt x="0" y="0"/>
                </a:moveTo>
                <a:lnTo>
                  <a:pt x="1523565" y="16550"/>
                </a:lnTo>
                <a:lnTo>
                  <a:pt x="1672517" y="2580011"/>
                </a:lnTo>
                <a:lnTo>
                  <a:pt x="161364" y="26131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="" xmlns:a16="http://schemas.microsoft.com/office/drawing/2014/main" id="{388CF590-A7AC-47AA-9D77-5FF843A9C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="" xmlns:a16="http://schemas.microsoft.com/office/drawing/2014/main" id="{5554FB4E-E79F-4FCD-B373-1990A7E51642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-1" y="0"/>
            <a:ext cx="10203255" cy="6858000"/>
          </a:xfrm>
          <a:custGeom>
            <a:avLst/>
            <a:gdLst>
              <a:gd name="connsiteX0" fmla="*/ 0 w 8908610"/>
              <a:gd name="connsiteY0" fmla="*/ 0 h 6858000"/>
              <a:gd name="connsiteX1" fmla="*/ 8908610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  <a:gd name="connsiteX0" fmla="*/ 0 w 8908610"/>
              <a:gd name="connsiteY0" fmla="*/ 0 h 6858000"/>
              <a:gd name="connsiteX1" fmla="*/ 4725909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  <a:gd name="connsiteX0" fmla="*/ 0 w 8908610"/>
              <a:gd name="connsiteY0" fmla="*/ 0 h 6858000"/>
              <a:gd name="connsiteX1" fmla="*/ 4330673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8610" h="6858000">
                <a:moveTo>
                  <a:pt x="0" y="0"/>
                </a:moveTo>
                <a:lnTo>
                  <a:pt x="4330673" y="0"/>
                </a:lnTo>
                <a:lnTo>
                  <a:pt x="890861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095449" y="3660"/>
            <a:ext cx="3600000" cy="36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7585" y="3870000"/>
            <a:ext cx="3600000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175449" y="3870000"/>
            <a:ext cx="2520000" cy="19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7585" y="1733388"/>
            <a:ext cx="2520000" cy="1942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693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6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98" r:id="rId4"/>
    <p:sldLayoutId id="2147483676" r:id="rId5"/>
    <p:sldLayoutId id="2147483677" r:id="rId6"/>
    <p:sldLayoutId id="2147483678" r:id="rId7"/>
    <p:sldLayoutId id="2147483680" r:id="rId8"/>
    <p:sldLayoutId id="2147483682" r:id="rId9"/>
    <p:sldLayoutId id="2147483684" r:id="rId10"/>
    <p:sldLayoutId id="2147483693" r:id="rId11"/>
    <p:sldLayoutId id="2147483687" r:id="rId12"/>
    <p:sldLayoutId id="2147483688" r:id="rId13"/>
    <p:sldLayoutId id="2147483671" r:id="rId14"/>
    <p:sldLayoutId id="214748367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Prducts.pd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F82C53E-6891-4695-A1B4-3BB471D7FA35}"/>
              </a:ext>
            </a:extLst>
          </p:cNvPr>
          <p:cNvSpPr txBox="1"/>
          <p:nvPr/>
        </p:nvSpPr>
        <p:spPr>
          <a:xfrm>
            <a:off x="6761286" y="815764"/>
            <a:ext cx="5096276" cy="29238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IN" sz="4600" b="1" dirty="0">
                <a:solidFill>
                  <a:schemeClr val="bg1">
                    <a:lumMod val="95000"/>
                  </a:schemeClr>
                </a:solidFill>
                <a:latin typeface="Tempus Sans ITC" pitchFamily="82" charset="0"/>
                <a:cs typeface="Times New Roman" pitchFamily="18" charset="0"/>
              </a:rPr>
              <a:t>BEST PRACTICES FOR WORK LIFE IN THE NEW NORMAL</a:t>
            </a:r>
            <a:r>
              <a:rPr lang="en-IN" sz="4600" b="1" dirty="0" smtClean="0">
                <a:solidFill>
                  <a:schemeClr val="bg1">
                    <a:lumMod val="95000"/>
                  </a:schemeClr>
                </a:solidFill>
                <a:latin typeface="Tempus Sans ITC" pitchFamily="82" charset="0"/>
                <a:cs typeface="Times New Roman" pitchFamily="18" charset="0"/>
              </a:rPr>
              <a:t>!!</a:t>
            </a:r>
            <a:endParaRPr lang="ko-KR" altLang="en-US" sz="4600" b="1" dirty="0">
              <a:solidFill>
                <a:schemeClr val="bg1">
                  <a:lumMod val="9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1D76FB9-48AC-45CA-8F0D-FD198B4F22AE}"/>
              </a:ext>
            </a:extLst>
          </p:cNvPr>
          <p:cNvSpPr txBox="1"/>
          <p:nvPr/>
        </p:nvSpPr>
        <p:spPr>
          <a:xfrm>
            <a:off x="7420050" y="3952712"/>
            <a:ext cx="509621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 err="1">
                <a:solidFill>
                  <a:schemeClr val="bg1"/>
                </a:solidFill>
                <a:latin typeface="Bookman Old Style" pitchFamily="18" charset="0"/>
              </a:rPr>
              <a:t>Dr.M.AKILA</a:t>
            </a:r>
            <a:r>
              <a:rPr lang="en-IN" sz="2000" dirty="0">
                <a:solidFill>
                  <a:schemeClr val="bg1"/>
                </a:solidFill>
                <a:latin typeface="Bookman Old Style" pitchFamily="18" charset="0"/>
              </a:rPr>
              <a:t> M.E.,</a:t>
            </a:r>
            <a:r>
              <a:rPr lang="en-IN" sz="2000" dirty="0" err="1">
                <a:solidFill>
                  <a:schemeClr val="bg1"/>
                </a:solidFill>
                <a:latin typeface="Bookman Old Style" pitchFamily="18" charset="0"/>
              </a:rPr>
              <a:t>Ph.D</a:t>
            </a:r>
            <a:r>
              <a:rPr lang="en-IN" sz="2000" dirty="0">
                <a:solidFill>
                  <a:schemeClr val="bg1"/>
                </a:solidFill>
                <a:latin typeface="Bookman Old Style" pitchFamily="18" charset="0"/>
              </a:rPr>
              <a:t>.,</a:t>
            </a:r>
          </a:p>
          <a:p>
            <a:r>
              <a:rPr lang="en-IN" sz="2000" dirty="0">
                <a:solidFill>
                  <a:schemeClr val="bg1"/>
                </a:solidFill>
                <a:latin typeface="Bookman Old Style" pitchFamily="18" charset="0"/>
              </a:rPr>
              <a:t>PRINCIPAL, </a:t>
            </a:r>
          </a:p>
          <a:p>
            <a:r>
              <a:rPr lang="en-IN" sz="2000" dirty="0">
                <a:solidFill>
                  <a:schemeClr val="bg1"/>
                </a:solidFill>
                <a:latin typeface="Bookman Old Style" pitchFamily="18" charset="0"/>
              </a:rPr>
              <a:t>KPR INSTITUTE OF ENGINEERING AND TECHNOLOGY, </a:t>
            </a:r>
            <a:r>
              <a:rPr lang="en-IN" sz="2000" dirty="0" smtClean="0">
                <a:solidFill>
                  <a:schemeClr val="bg1"/>
                </a:solidFill>
                <a:latin typeface="Bookman Old Style" pitchFamily="18" charset="0"/>
              </a:rPr>
              <a:t>COIMBATORE</a:t>
            </a:r>
            <a:r>
              <a:rPr lang="en-IN" sz="2000" dirty="0" smtClean="0">
                <a:solidFill>
                  <a:srgbClr val="FF9B9B"/>
                </a:solidFill>
                <a:latin typeface="Bookman Old Style" pitchFamily="18" charset="0"/>
              </a:rPr>
              <a:t>.</a:t>
            </a:r>
            <a:endParaRPr lang="en-IN" sz="2000" dirty="0">
              <a:solidFill>
                <a:srgbClr val="FF9B9B"/>
              </a:solidFill>
              <a:latin typeface="Bookman Old Style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60" y="98669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804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4086EBB8-367D-4A3E-9C2A-B1C6BD1F9605}"/>
              </a:ext>
            </a:extLst>
          </p:cNvPr>
          <p:cNvSpPr txBox="1"/>
          <p:nvPr/>
        </p:nvSpPr>
        <p:spPr>
          <a:xfrm>
            <a:off x="6784435" y="1211271"/>
            <a:ext cx="4722714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b="1" dirty="0" smtClean="0">
                <a:solidFill>
                  <a:schemeClr val="bg1"/>
                </a:solidFill>
                <a:latin typeface="Tempus Sans ITC" pitchFamily="82" charset="0"/>
              </a:rPr>
              <a:t>THE PROGRESS</a:t>
            </a:r>
          </a:p>
          <a:p>
            <a:endParaRPr lang="en-IN" sz="2000" b="1" dirty="0">
              <a:solidFill>
                <a:schemeClr val="bg1"/>
              </a:solidFill>
              <a:latin typeface="Tempus Sans ITC" pitchFamily="82" charset="0"/>
            </a:endParaRPr>
          </a:p>
          <a:p>
            <a:r>
              <a:rPr lang="en-IN" sz="2000" b="1" dirty="0" smtClean="0">
                <a:solidFill>
                  <a:schemeClr val="bg1"/>
                </a:solidFill>
                <a:latin typeface="Tempus Sans ITC" pitchFamily="82" charset="0"/>
              </a:rPr>
              <a:t>CONTINUOUS ENHANCEMENT</a:t>
            </a:r>
          </a:p>
          <a:p>
            <a:endParaRPr lang="en-IN" sz="2000" b="1" dirty="0">
              <a:solidFill>
                <a:schemeClr val="bg1"/>
              </a:solidFill>
              <a:latin typeface="Tempus Sans ITC" pitchFamily="82" charset="0"/>
            </a:endParaRPr>
          </a:p>
          <a:p>
            <a:r>
              <a:rPr lang="en-IN" sz="2000" b="1" dirty="0" smtClean="0">
                <a:solidFill>
                  <a:schemeClr val="bg1"/>
                </a:solidFill>
                <a:latin typeface="Tempus Sans ITC" pitchFamily="82" charset="0"/>
              </a:rPr>
              <a:t>WHAT IS PRACTISED?</a:t>
            </a:r>
          </a:p>
          <a:p>
            <a:endParaRPr lang="en-IN" sz="2000" b="1" dirty="0">
              <a:solidFill>
                <a:schemeClr val="bg1"/>
              </a:solidFill>
              <a:latin typeface="Tempus Sans ITC" pitchFamily="82" charset="0"/>
            </a:endParaRPr>
          </a:p>
          <a:p>
            <a:r>
              <a:rPr lang="en-IN" sz="2000" b="1" dirty="0" smtClean="0">
                <a:solidFill>
                  <a:schemeClr val="bg1"/>
                </a:solidFill>
                <a:latin typeface="Tempus Sans ITC" pitchFamily="82" charset="0"/>
              </a:rPr>
              <a:t>EXTENDING SUPPORT</a:t>
            </a:r>
          </a:p>
          <a:p>
            <a:endParaRPr lang="en-IN" sz="2000" b="1" dirty="0">
              <a:solidFill>
                <a:schemeClr val="bg1"/>
              </a:solidFill>
              <a:latin typeface="Tempus Sans ITC" pitchFamily="82" charset="0"/>
            </a:endParaRPr>
          </a:p>
          <a:p>
            <a:r>
              <a:rPr lang="en-IN" sz="2000" b="1" dirty="0" smtClean="0">
                <a:solidFill>
                  <a:schemeClr val="bg1"/>
                </a:solidFill>
                <a:latin typeface="Tempus Sans ITC" pitchFamily="82" charset="0"/>
              </a:rPr>
              <a:t>ACHIEVEMENTS</a:t>
            </a:r>
          </a:p>
          <a:p>
            <a:endParaRPr lang="en-IN" sz="2000" b="1" dirty="0">
              <a:solidFill>
                <a:schemeClr val="bg1"/>
              </a:solidFill>
              <a:latin typeface="Tempus Sans ITC" pitchFamily="82" charset="0"/>
            </a:endParaRPr>
          </a:p>
          <a:p>
            <a:endParaRPr lang="en-IN" sz="2000" b="1" dirty="0" smtClean="0">
              <a:solidFill>
                <a:schemeClr val="bg1"/>
              </a:solidFill>
              <a:latin typeface="Tempus Sans ITC" pitchFamily="8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CD669105-CB0F-4983-99E6-A80C8B66427F}"/>
              </a:ext>
            </a:extLst>
          </p:cNvPr>
          <p:cNvSpPr txBox="1"/>
          <p:nvPr/>
        </p:nvSpPr>
        <p:spPr>
          <a:xfrm>
            <a:off x="633045" y="843552"/>
            <a:ext cx="562707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b="1" spc="600" dirty="0" smtClean="0">
                <a:solidFill>
                  <a:schemeClr val="accent1"/>
                </a:solidFill>
                <a:latin typeface="Tempus Sans ITC" pitchFamily="82" charset="0"/>
                <a:cs typeface="Arial" pitchFamily="34" charset="0"/>
              </a:rPr>
              <a:t>Projection</a:t>
            </a:r>
            <a:endParaRPr lang="ko-KR" altLang="en-US" sz="5400" b="1" spc="600" dirty="0">
              <a:solidFill>
                <a:schemeClr val="bg1"/>
              </a:solidFill>
              <a:latin typeface="Tempus Sans ITC" pitchFamily="82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20" y="114237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111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b="1" dirty="0">
                <a:latin typeface="Tempus Sans ITC" pitchFamily="82" charset="0"/>
              </a:rPr>
              <a:t>THE PROGRESS</a:t>
            </a:r>
            <a:endParaRPr lang="en-US" b="1" dirty="0"/>
          </a:p>
        </p:txBody>
      </p:sp>
      <p:sp>
        <p:nvSpPr>
          <p:cNvPr id="123" name="Teardrop 1">
            <a:extLst>
              <a:ext uri="{FF2B5EF4-FFF2-40B4-BE49-F238E27FC236}">
                <a16:creationId xmlns="" xmlns:a16="http://schemas.microsoft.com/office/drawing/2014/main" id="{C847896E-BD24-44C0-9042-AA9B5E52CAB5}"/>
              </a:ext>
            </a:extLst>
          </p:cNvPr>
          <p:cNvSpPr/>
          <p:nvPr/>
        </p:nvSpPr>
        <p:spPr>
          <a:xfrm rot="18805991">
            <a:off x="2091091" y="3803293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7" name="Chord 15">
            <a:extLst>
              <a:ext uri="{FF2B5EF4-FFF2-40B4-BE49-F238E27FC236}">
                <a16:creationId xmlns="" xmlns:a16="http://schemas.microsoft.com/office/drawing/2014/main" id="{2B10FE4D-3BAF-420B-A89E-5967ADB268E1}"/>
              </a:ext>
            </a:extLst>
          </p:cNvPr>
          <p:cNvSpPr/>
          <p:nvPr/>
        </p:nvSpPr>
        <p:spPr>
          <a:xfrm>
            <a:off x="3782348" y="3998912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143" name="Group 142">
            <a:extLst>
              <a:ext uri="{FF2B5EF4-FFF2-40B4-BE49-F238E27FC236}">
                <a16:creationId xmlns="" xmlns:a16="http://schemas.microsoft.com/office/drawing/2014/main" id="{20E6A521-D88B-4C25-99C7-9DB91CCE7A6F}"/>
              </a:ext>
            </a:extLst>
          </p:cNvPr>
          <p:cNvGrpSpPr/>
          <p:nvPr/>
        </p:nvGrpSpPr>
        <p:grpSpPr>
          <a:xfrm>
            <a:off x="334331" y="2171712"/>
            <a:ext cx="3415573" cy="2554545"/>
            <a:chOff x="1304914" y="4307149"/>
            <a:chExt cx="3686040" cy="2554545"/>
          </a:xfrm>
        </p:grpSpPr>
        <p:sp>
          <p:nvSpPr>
            <p:cNvPr id="144" name="TextBox 143">
              <a:extLst>
                <a:ext uri="{FF2B5EF4-FFF2-40B4-BE49-F238E27FC236}">
                  <a16:creationId xmlns="" xmlns:a16="http://schemas.microsoft.com/office/drawing/2014/main" id="{CF4618F2-4883-423B-AE84-8CF62C57CB54}"/>
                </a:ext>
              </a:extLst>
            </p:cNvPr>
            <p:cNvSpPr txBox="1"/>
            <p:nvPr/>
          </p:nvSpPr>
          <p:spPr>
            <a:xfrm>
              <a:off x="2004347" y="4560313"/>
              <a:ext cx="23466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="" xmlns:a16="http://schemas.microsoft.com/office/drawing/2014/main" id="{A03AA2BC-49B1-466E-A167-64AEAF6946A3}"/>
                </a:ext>
              </a:extLst>
            </p:cNvPr>
            <p:cNvSpPr txBox="1"/>
            <p:nvPr/>
          </p:nvSpPr>
          <p:spPr>
            <a:xfrm>
              <a:off x="1304914" y="4307149"/>
              <a:ext cx="368604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altLang="ko-KR" sz="3200" b="1" dirty="0" smtClean="0">
                  <a:latin typeface="Century Schoolbook" pitchFamily="18" charset="0"/>
                  <a:cs typeface="Arial" pitchFamily="34" charset="0"/>
                </a:rPr>
                <a:t>INDIAN EDUCATION SYSTEM</a:t>
              </a:r>
            </a:p>
            <a:p>
              <a:pPr algn="ctr"/>
              <a:endParaRPr lang="en-IN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IN" altLang="ko-KR" sz="2600" b="1" dirty="0" smtClean="0">
                  <a:latin typeface="Bradley Hand ITC" pitchFamily="66" charset="0"/>
                  <a:cs typeface="Arial" pitchFamily="34" charset="0"/>
                </a:rPr>
                <a:t>Approaching Student Centric System</a:t>
              </a:r>
              <a:endParaRPr lang="ko-KR" altLang="en-US" sz="2600" b="1" dirty="0">
                <a:latin typeface="Bradley Hand ITC" pitchFamily="66" charset="0"/>
                <a:cs typeface="Arial" pitchFamily="34" charset="0"/>
              </a:endParaRP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="" xmlns:a16="http://schemas.microsoft.com/office/drawing/2014/main" id="{D5C191C3-10BB-43C7-BB71-6081C453520A}"/>
              </a:ext>
            </a:extLst>
          </p:cNvPr>
          <p:cNvSpPr txBox="1"/>
          <p:nvPr/>
        </p:nvSpPr>
        <p:spPr>
          <a:xfrm>
            <a:off x="4480289" y="2132488"/>
            <a:ext cx="24203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 dirty="0">
                <a:latin typeface="Bradley Hand ITC" pitchFamily="66" charset="0"/>
              </a:rPr>
              <a:t>Peer Learning</a:t>
            </a:r>
            <a:r>
              <a:rPr lang="en-IN" sz="2600" b="1" dirty="0" smtClean="0">
                <a:latin typeface="Bradley Hand ITC" pitchFamily="66" charset="0"/>
              </a:rPr>
              <a:t>.</a:t>
            </a:r>
            <a:r>
              <a:rPr lang="en-US" altLang="ko-KR" sz="2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radley Hand ITC" pitchFamily="66" charset="0"/>
                <a:cs typeface="Arial" pitchFamily="34" charset="0"/>
              </a:rPr>
              <a:t> </a:t>
            </a:r>
            <a:endParaRPr lang="en-US" altLang="ko-KR" sz="2600" b="1" dirty="0">
              <a:solidFill>
                <a:schemeClr val="tx1">
                  <a:lumMod val="75000"/>
                  <a:lumOff val="25000"/>
                </a:schemeClr>
              </a:solidFill>
              <a:latin typeface="Bradley Hand ITC" pitchFamily="66" charset="0"/>
              <a:cs typeface="Arial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="" xmlns:a16="http://schemas.microsoft.com/office/drawing/2014/main" id="{31571EF2-6CC4-4A91-AB06-18ED808363D1}"/>
              </a:ext>
            </a:extLst>
          </p:cNvPr>
          <p:cNvSpPr txBox="1"/>
          <p:nvPr/>
        </p:nvSpPr>
        <p:spPr>
          <a:xfrm>
            <a:off x="8247096" y="3616471"/>
            <a:ext cx="27738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Bradley Hand ITC" pitchFamily="66" charset="0"/>
              </a:rPr>
              <a:t>Digital Learning.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289" y="2702490"/>
            <a:ext cx="2493216" cy="1555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905" y="1815946"/>
            <a:ext cx="2138824" cy="1400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23" y="59277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180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1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자유형: 도형 16">
            <a:extLst>
              <a:ext uri="{FF2B5EF4-FFF2-40B4-BE49-F238E27FC236}">
                <a16:creationId xmlns="" xmlns:a16="http://schemas.microsoft.com/office/drawing/2014/main" id="{3204CE1A-7D1C-4C60-B0E6-9B2023364081}"/>
              </a:ext>
            </a:extLst>
          </p:cNvPr>
          <p:cNvSpPr>
            <a:spLocks noChangeAspect="1"/>
          </p:cNvSpPr>
          <p:nvPr/>
        </p:nvSpPr>
        <p:spPr>
          <a:xfrm>
            <a:off x="-15691" y="1466112"/>
            <a:ext cx="2399364" cy="2698677"/>
          </a:xfrm>
          <a:custGeom>
            <a:avLst/>
            <a:gdLst>
              <a:gd name="connsiteX0" fmla="*/ 1376433 w 2765122"/>
              <a:gd name="connsiteY0" fmla="*/ 2257187 h 3110058"/>
              <a:gd name="connsiteX1" fmla="*/ 1145400 w 2765122"/>
              <a:gd name="connsiteY1" fmla="*/ 2354829 h 3110058"/>
              <a:gd name="connsiteX2" fmla="*/ 1036105 w 2765122"/>
              <a:gd name="connsiteY2" fmla="*/ 2389775 h 3110058"/>
              <a:gd name="connsiteX3" fmla="*/ 1040146 w 2765122"/>
              <a:gd name="connsiteY3" fmla="*/ 2406930 h 3110058"/>
              <a:gd name="connsiteX4" fmla="*/ 1382560 w 2765122"/>
              <a:gd name="connsiteY4" fmla="*/ 2894301 h 3110058"/>
              <a:gd name="connsiteX5" fmla="*/ 1724974 w 2765122"/>
              <a:gd name="connsiteY5" fmla="*/ 2406930 h 3110058"/>
              <a:gd name="connsiteX6" fmla="*/ 1726723 w 2765122"/>
              <a:gd name="connsiteY6" fmla="*/ 2399874 h 3110058"/>
              <a:gd name="connsiteX7" fmla="*/ 1605728 w 2765122"/>
              <a:gd name="connsiteY7" fmla="*/ 2358846 h 3110058"/>
              <a:gd name="connsiteX8" fmla="*/ 1795887 w 2765122"/>
              <a:gd name="connsiteY8" fmla="*/ 2033026 h 3110058"/>
              <a:gd name="connsiteX9" fmla="*/ 1694075 w 2765122"/>
              <a:gd name="connsiteY9" fmla="*/ 2094586 h 3110058"/>
              <a:gd name="connsiteX10" fmla="*/ 1578650 w 2765122"/>
              <a:gd name="connsiteY10" fmla="*/ 2155153 h 3110058"/>
              <a:gd name="connsiteX11" fmla="*/ 1618821 w 2765122"/>
              <a:gd name="connsiteY11" fmla="*/ 2173994 h 3110058"/>
              <a:gd name="connsiteX12" fmla="*/ 1763952 w 2765122"/>
              <a:gd name="connsiteY12" fmla="*/ 2229138 h 3110058"/>
              <a:gd name="connsiteX13" fmla="*/ 1791432 w 2765122"/>
              <a:gd name="connsiteY13" fmla="*/ 2076334 h 3110058"/>
              <a:gd name="connsiteX14" fmla="*/ 969005 w 2765122"/>
              <a:gd name="connsiteY14" fmla="*/ 2030800 h 3110058"/>
              <a:gd name="connsiteX15" fmla="*/ 973688 w 2765122"/>
              <a:gd name="connsiteY15" fmla="*/ 2076334 h 3110058"/>
              <a:gd name="connsiteX16" fmla="*/ 997942 w 2765122"/>
              <a:gd name="connsiteY16" fmla="*/ 2219324 h 3110058"/>
              <a:gd name="connsiteX17" fmla="*/ 1135534 w 2765122"/>
              <a:gd name="connsiteY17" fmla="*/ 2169774 h 3110058"/>
              <a:gd name="connsiteX18" fmla="*/ 1176026 w 2765122"/>
              <a:gd name="connsiteY18" fmla="*/ 2151638 h 3110058"/>
              <a:gd name="connsiteX19" fmla="*/ 1061678 w 2765122"/>
              <a:gd name="connsiteY19" fmla="*/ 2089068 h 3110058"/>
              <a:gd name="connsiteX20" fmla="*/ 2270995 w 2765122"/>
              <a:gd name="connsiteY20" fmla="*/ 1682607 h 3110058"/>
              <a:gd name="connsiteX21" fmla="*/ 2193789 w 2765122"/>
              <a:gd name="connsiteY21" fmla="*/ 1749541 h 3110058"/>
              <a:gd name="connsiteX22" fmla="*/ 2080535 w 2765122"/>
              <a:gd name="connsiteY22" fmla="*/ 1839120 h 3110058"/>
              <a:gd name="connsiteX23" fmla="*/ 1988274 w 2765122"/>
              <a:gd name="connsiteY23" fmla="*/ 1905861 h 3110058"/>
              <a:gd name="connsiteX24" fmla="*/ 1956628 w 2765122"/>
              <a:gd name="connsiteY24" fmla="*/ 2160317 h 3110058"/>
              <a:gd name="connsiteX25" fmla="*/ 1929983 w 2765122"/>
              <a:gd name="connsiteY25" fmla="*/ 2282840 h 3110058"/>
              <a:gd name="connsiteX26" fmla="*/ 2032699 w 2765122"/>
              <a:gd name="connsiteY26" fmla="*/ 2311732 h 3110058"/>
              <a:gd name="connsiteX27" fmla="*/ 2530541 w 2765122"/>
              <a:gd name="connsiteY27" fmla="*/ 2244806 h 3110058"/>
              <a:gd name="connsiteX28" fmla="*/ 2289139 w 2765122"/>
              <a:gd name="connsiteY28" fmla="*/ 1700285 h 3110058"/>
              <a:gd name="connsiteX29" fmla="*/ 491768 w 2765122"/>
              <a:gd name="connsiteY29" fmla="*/ 1666932 h 3110058"/>
              <a:gd name="connsiteX30" fmla="*/ 473585 w 2765122"/>
              <a:gd name="connsiteY30" fmla="*/ 1684439 h 3110058"/>
              <a:gd name="connsiteX31" fmla="*/ 222717 w 2765122"/>
              <a:gd name="connsiteY31" fmla="*/ 2224664 h 3110058"/>
              <a:gd name="connsiteX32" fmla="*/ 719315 w 2765122"/>
              <a:gd name="connsiteY32" fmla="*/ 2300269 h 3110058"/>
              <a:gd name="connsiteX33" fmla="*/ 831176 w 2765122"/>
              <a:gd name="connsiteY33" fmla="*/ 2270901 h 3110058"/>
              <a:gd name="connsiteX34" fmla="*/ 808495 w 2765122"/>
              <a:gd name="connsiteY34" fmla="*/ 2160317 h 3110058"/>
              <a:gd name="connsiteX35" fmla="*/ 776012 w 2765122"/>
              <a:gd name="connsiteY35" fmla="*/ 1899134 h 3110058"/>
              <a:gd name="connsiteX36" fmla="*/ 679735 w 2765122"/>
              <a:gd name="connsiteY36" fmla="*/ 1826895 h 3110058"/>
              <a:gd name="connsiteX37" fmla="*/ 502637 w 2765122"/>
              <a:gd name="connsiteY37" fmla="*/ 1677612 h 3110058"/>
              <a:gd name="connsiteX38" fmla="*/ 2001099 w 2765122"/>
              <a:gd name="connsiteY38" fmla="*/ 1443878 h 3110058"/>
              <a:gd name="connsiteX39" fmla="*/ 2005588 w 2765122"/>
              <a:gd name="connsiteY39" fmla="*/ 1555029 h 3110058"/>
              <a:gd name="connsiteX40" fmla="*/ 2000712 w 2765122"/>
              <a:gd name="connsiteY40" fmla="*/ 1675767 h 3110058"/>
              <a:gd name="connsiteX41" fmla="*/ 2038461 w 2765122"/>
              <a:gd name="connsiteY41" fmla="*/ 1648469 h 3110058"/>
              <a:gd name="connsiteX42" fmla="*/ 2130505 w 2765122"/>
              <a:gd name="connsiteY42" fmla="*/ 1573751 h 3110058"/>
              <a:gd name="connsiteX43" fmla="*/ 2143759 w 2765122"/>
              <a:gd name="connsiteY43" fmla="*/ 1562074 h 3110058"/>
              <a:gd name="connsiteX44" fmla="*/ 2039991 w 2765122"/>
              <a:gd name="connsiteY44" fmla="*/ 1473050 h 3110058"/>
              <a:gd name="connsiteX45" fmla="*/ 764411 w 2765122"/>
              <a:gd name="connsiteY45" fmla="*/ 1434288 h 3110058"/>
              <a:gd name="connsiteX46" fmla="*/ 726661 w 2765122"/>
              <a:gd name="connsiteY46" fmla="*/ 1461587 h 3110058"/>
              <a:gd name="connsiteX47" fmla="*/ 634617 w 2765122"/>
              <a:gd name="connsiteY47" fmla="*/ 1536305 h 3110058"/>
              <a:gd name="connsiteX48" fmla="*/ 621360 w 2765122"/>
              <a:gd name="connsiteY48" fmla="*/ 1547985 h 3110058"/>
              <a:gd name="connsiteX49" fmla="*/ 725129 w 2765122"/>
              <a:gd name="connsiteY49" fmla="*/ 1637009 h 3110058"/>
              <a:gd name="connsiteX50" fmla="*/ 764024 w 2765122"/>
              <a:gd name="connsiteY50" fmla="*/ 1666183 h 3110058"/>
              <a:gd name="connsiteX51" fmla="*/ 759534 w 2765122"/>
              <a:gd name="connsiteY51" fmla="*/ 1555029 h 3110058"/>
              <a:gd name="connsiteX52" fmla="*/ 1386966 w 2765122"/>
              <a:gd name="connsiteY52" fmla="*/ 1049980 h 3110058"/>
              <a:gd name="connsiteX53" fmla="*/ 1160689 w 2765122"/>
              <a:gd name="connsiteY53" fmla="*/ 1170734 h 3110058"/>
              <a:gd name="connsiteX54" fmla="*/ 947211 w 2765122"/>
              <a:gd name="connsiteY54" fmla="*/ 1303680 h 3110058"/>
              <a:gd name="connsiteX55" fmla="*/ 938816 w 2765122"/>
              <a:gd name="connsiteY55" fmla="*/ 1555028 h 3110058"/>
              <a:gd name="connsiteX56" fmla="*/ 947046 w 2765122"/>
              <a:gd name="connsiteY56" fmla="*/ 1801432 h 3110058"/>
              <a:gd name="connsiteX57" fmla="*/ 1154015 w 2765122"/>
              <a:gd name="connsiteY57" fmla="*/ 1935392 h 3110058"/>
              <a:gd name="connsiteX58" fmla="*/ 1378151 w 2765122"/>
              <a:gd name="connsiteY58" fmla="*/ 2060078 h 3110058"/>
              <a:gd name="connsiteX59" fmla="*/ 1604433 w 2765122"/>
              <a:gd name="connsiteY59" fmla="*/ 1939321 h 3110058"/>
              <a:gd name="connsiteX60" fmla="*/ 1817909 w 2765122"/>
              <a:gd name="connsiteY60" fmla="*/ 1806377 h 3110058"/>
              <a:gd name="connsiteX61" fmla="*/ 1826304 w 2765122"/>
              <a:gd name="connsiteY61" fmla="*/ 1555028 h 3110058"/>
              <a:gd name="connsiteX62" fmla="*/ 1818074 w 2765122"/>
              <a:gd name="connsiteY62" fmla="*/ 1308628 h 3110058"/>
              <a:gd name="connsiteX63" fmla="*/ 1611105 w 2765122"/>
              <a:gd name="connsiteY63" fmla="*/ 1174667 h 3110058"/>
              <a:gd name="connsiteX64" fmla="*/ 1767179 w 2765122"/>
              <a:gd name="connsiteY64" fmla="*/ 890733 h 3110058"/>
              <a:gd name="connsiteX65" fmla="*/ 1629589 w 2765122"/>
              <a:gd name="connsiteY65" fmla="*/ 940281 h 3110058"/>
              <a:gd name="connsiteX66" fmla="*/ 1589093 w 2765122"/>
              <a:gd name="connsiteY66" fmla="*/ 958419 h 3110058"/>
              <a:gd name="connsiteX67" fmla="*/ 1703444 w 2765122"/>
              <a:gd name="connsiteY67" fmla="*/ 1020991 h 3110058"/>
              <a:gd name="connsiteX68" fmla="*/ 1796116 w 2765122"/>
              <a:gd name="connsiteY68" fmla="*/ 1079257 h 3110058"/>
              <a:gd name="connsiteX69" fmla="*/ 1791432 w 2765122"/>
              <a:gd name="connsiteY69" fmla="*/ 1033723 h 3110058"/>
              <a:gd name="connsiteX70" fmla="*/ 1001168 w 2765122"/>
              <a:gd name="connsiteY70" fmla="*/ 880921 h 3110058"/>
              <a:gd name="connsiteX71" fmla="*/ 973688 w 2765122"/>
              <a:gd name="connsiteY71" fmla="*/ 1033723 h 3110058"/>
              <a:gd name="connsiteX72" fmla="*/ 969233 w 2765122"/>
              <a:gd name="connsiteY72" fmla="*/ 1077033 h 3110058"/>
              <a:gd name="connsiteX73" fmla="*/ 1071048 w 2765122"/>
              <a:gd name="connsiteY73" fmla="*/ 1015472 h 3110058"/>
              <a:gd name="connsiteX74" fmla="*/ 1186470 w 2765122"/>
              <a:gd name="connsiteY74" fmla="*/ 954907 h 3110058"/>
              <a:gd name="connsiteX75" fmla="*/ 1146299 w 2765122"/>
              <a:gd name="connsiteY75" fmla="*/ 936065 h 3110058"/>
              <a:gd name="connsiteX76" fmla="*/ 2296662 w 2765122"/>
              <a:gd name="connsiteY76" fmla="*/ 783036 h 3110058"/>
              <a:gd name="connsiteX77" fmla="*/ 2045808 w 2765122"/>
              <a:gd name="connsiteY77" fmla="*/ 809787 h 3110058"/>
              <a:gd name="connsiteX78" fmla="*/ 1933945 w 2765122"/>
              <a:gd name="connsiteY78" fmla="*/ 839155 h 3110058"/>
              <a:gd name="connsiteX79" fmla="*/ 1956628 w 2765122"/>
              <a:gd name="connsiteY79" fmla="*/ 949742 h 3110058"/>
              <a:gd name="connsiteX80" fmla="*/ 1989111 w 2765122"/>
              <a:gd name="connsiteY80" fmla="*/ 1210925 h 3110058"/>
              <a:gd name="connsiteX81" fmla="*/ 2085387 w 2765122"/>
              <a:gd name="connsiteY81" fmla="*/ 1283163 h 3110058"/>
              <a:gd name="connsiteX82" fmla="*/ 2262485 w 2765122"/>
              <a:gd name="connsiteY82" fmla="*/ 1432446 h 3110058"/>
              <a:gd name="connsiteX83" fmla="*/ 2273353 w 2765122"/>
              <a:gd name="connsiteY83" fmla="*/ 1443125 h 3110058"/>
              <a:gd name="connsiteX84" fmla="*/ 2291537 w 2765122"/>
              <a:gd name="connsiteY84" fmla="*/ 1425616 h 3110058"/>
              <a:gd name="connsiteX85" fmla="*/ 2542406 w 2765122"/>
              <a:gd name="connsiteY85" fmla="*/ 885391 h 3110058"/>
              <a:gd name="connsiteX86" fmla="*/ 2296662 w 2765122"/>
              <a:gd name="connsiteY86" fmla="*/ 783036 h 3110058"/>
              <a:gd name="connsiteX87" fmla="*/ 482072 w 2765122"/>
              <a:gd name="connsiteY87" fmla="*/ 767202 h 3110058"/>
              <a:gd name="connsiteX88" fmla="*/ 234579 w 2765122"/>
              <a:gd name="connsiteY88" fmla="*/ 865253 h 3110058"/>
              <a:gd name="connsiteX89" fmla="*/ 475981 w 2765122"/>
              <a:gd name="connsiteY89" fmla="*/ 1409774 h 3110058"/>
              <a:gd name="connsiteX90" fmla="*/ 494126 w 2765122"/>
              <a:gd name="connsiteY90" fmla="*/ 1427453 h 3110058"/>
              <a:gd name="connsiteX91" fmla="*/ 571333 w 2765122"/>
              <a:gd name="connsiteY91" fmla="*/ 1360517 h 3110058"/>
              <a:gd name="connsiteX92" fmla="*/ 684587 w 2765122"/>
              <a:gd name="connsiteY92" fmla="*/ 1270938 h 3110058"/>
              <a:gd name="connsiteX93" fmla="*/ 776848 w 2765122"/>
              <a:gd name="connsiteY93" fmla="*/ 1204197 h 3110058"/>
              <a:gd name="connsiteX94" fmla="*/ 808495 w 2765122"/>
              <a:gd name="connsiteY94" fmla="*/ 949742 h 3110058"/>
              <a:gd name="connsiteX95" fmla="*/ 835139 w 2765122"/>
              <a:gd name="connsiteY95" fmla="*/ 827220 h 3110058"/>
              <a:gd name="connsiteX96" fmla="*/ 732420 w 2765122"/>
              <a:gd name="connsiteY96" fmla="*/ 798327 h 3110058"/>
              <a:gd name="connsiteX97" fmla="*/ 482072 w 2765122"/>
              <a:gd name="connsiteY97" fmla="*/ 767202 h 3110058"/>
              <a:gd name="connsiteX98" fmla="*/ 1382560 w 2765122"/>
              <a:gd name="connsiteY98" fmla="*/ 215755 h 3110058"/>
              <a:gd name="connsiteX99" fmla="*/ 1040146 w 2765122"/>
              <a:gd name="connsiteY99" fmla="*/ 703126 h 3110058"/>
              <a:gd name="connsiteX100" fmla="*/ 1038397 w 2765122"/>
              <a:gd name="connsiteY100" fmla="*/ 710184 h 3110058"/>
              <a:gd name="connsiteX101" fmla="*/ 1159394 w 2765122"/>
              <a:gd name="connsiteY101" fmla="*/ 751212 h 3110058"/>
              <a:gd name="connsiteX102" fmla="*/ 1388689 w 2765122"/>
              <a:gd name="connsiteY102" fmla="*/ 852872 h 3110058"/>
              <a:gd name="connsiteX103" fmla="*/ 1619722 w 2765122"/>
              <a:gd name="connsiteY103" fmla="*/ 755229 h 3110058"/>
              <a:gd name="connsiteX104" fmla="*/ 1729016 w 2765122"/>
              <a:gd name="connsiteY104" fmla="*/ 720284 h 3110058"/>
              <a:gd name="connsiteX105" fmla="*/ 1724974 w 2765122"/>
              <a:gd name="connsiteY105" fmla="*/ 703126 h 3110058"/>
              <a:gd name="connsiteX106" fmla="*/ 1382560 w 2765122"/>
              <a:gd name="connsiteY106" fmla="*/ 215755 h 3110058"/>
              <a:gd name="connsiteX107" fmla="*/ 1382561 w 2765122"/>
              <a:gd name="connsiteY107" fmla="*/ 0 h 3110058"/>
              <a:gd name="connsiteX108" fmla="*/ 1863319 w 2765122"/>
              <a:gd name="connsiteY108" fmla="*/ 565886 h 3110058"/>
              <a:gd name="connsiteX109" fmla="*/ 1892754 w 2765122"/>
              <a:gd name="connsiteY109" fmla="*/ 669221 h 3110058"/>
              <a:gd name="connsiteX110" fmla="*/ 1998805 w 2765122"/>
              <a:gd name="connsiteY110" fmla="*/ 644109 h 3110058"/>
              <a:gd name="connsiteX111" fmla="*/ 2729256 w 2765122"/>
              <a:gd name="connsiteY111" fmla="*/ 777515 h 3110058"/>
              <a:gd name="connsiteX112" fmla="*/ 2479563 w 2765122"/>
              <a:gd name="connsiteY112" fmla="*/ 1476806 h 3110058"/>
              <a:gd name="connsiteX113" fmla="*/ 2396868 w 2765122"/>
              <a:gd name="connsiteY113" fmla="*/ 1564493 h 3110058"/>
              <a:gd name="connsiteX114" fmla="*/ 2415853 w 2765122"/>
              <a:gd name="connsiteY114" fmla="*/ 1583149 h 3110058"/>
              <a:gd name="connsiteX115" fmla="*/ 2715481 w 2765122"/>
              <a:gd name="connsiteY115" fmla="*/ 2355928 h 3110058"/>
              <a:gd name="connsiteX116" fmla="*/ 1982813 w 2765122"/>
              <a:gd name="connsiteY116" fmla="*/ 2476565 h 3110058"/>
              <a:gd name="connsiteX117" fmla="*/ 1890625 w 2765122"/>
              <a:gd name="connsiteY117" fmla="*/ 2453030 h 3110058"/>
              <a:gd name="connsiteX118" fmla="*/ 1863319 w 2765122"/>
              <a:gd name="connsiteY118" fmla="*/ 2544172 h 3110058"/>
              <a:gd name="connsiteX119" fmla="*/ 1382561 w 2765122"/>
              <a:gd name="connsiteY119" fmla="*/ 3110058 h 3110058"/>
              <a:gd name="connsiteX120" fmla="*/ 901803 w 2765122"/>
              <a:gd name="connsiteY120" fmla="*/ 2544172 h 3110058"/>
              <a:gd name="connsiteX121" fmla="*/ 872368 w 2765122"/>
              <a:gd name="connsiteY121" fmla="*/ 2440837 h 3110058"/>
              <a:gd name="connsiteX122" fmla="*/ 766317 w 2765122"/>
              <a:gd name="connsiteY122" fmla="*/ 2465949 h 3110058"/>
              <a:gd name="connsiteX123" fmla="*/ 35866 w 2765122"/>
              <a:gd name="connsiteY123" fmla="*/ 2332544 h 3110058"/>
              <a:gd name="connsiteX124" fmla="*/ 285559 w 2765122"/>
              <a:gd name="connsiteY124" fmla="*/ 1633252 h 3110058"/>
              <a:gd name="connsiteX125" fmla="*/ 368254 w 2765122"/>
              <a:gd name="connsiteY125" fmla="*/ 1545565 h 3110058"/>
              <a:gd name="connsiteX126" fmla="*/ 349269 w 2765122"/>
              <a:gd name="connsiteY126" fmla="*/ 1526910 h 3110058"/>
              <a:gd name="connsiteX127" fmla="*/ 49641 w 2765122"/>
              <a:gd name="connsiteY127" fmla="*/ 754130 h 3110058"/>
              <a:gd name="connsiteX128" fmla="*/ 782309 w 2765122"/>
              <a:gd name="connsiteY128" fmla="*/ 633493 h 3110058"/>
              <a:gd name="connsiteX129" fmla="*/ 874497 w 2765122"/>
              <a:gd name="connsiteY129" fmla="*/ 657029 h 3110058"/>
              <a:gd name="connsiteX130" fmla="*/ 901803 w 2765122"/>
              <a:gd name="connsiteY130" fmla="*/ 565886 h 3110058"/>
              <a:gd name="connsiteX131" fmla="*/ 1382561 w 2765122"/>
              <a:gd name="connsiteY131" fmla="*/ 0 h 311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765122" h="3110058">
                <a:moveTo>
                  <a:pt x="1376433" y="2257187"/>
                </a:moveTo>
                <a:lnTo>
                  <a:pt x="1145400" y="2354829"/>
                </a:lnTo>
                <a:lnTo>
                  <a:pt x="1036105" y="2389775"/>
                </a:lnTo>
                <a:lnTo>
                  <a:pt x="1040146" y="2406930"/>
                </a:lnTo>
                <a:cubicBezTo>
                  <a:pt x="1121535" y="2704580"/>
                  <a:pt x="1244707" y="2894301"/>
                  <a:pt x="1382560" y="2894301"/>
                </a:cubicBezTo>
                <a:cubicBezTo>
                  <a:pt x="1520414" y="2894301"/>
                  <a:pt x="1643585" y="2704580"/>
                  <a:pt x="1724974" y="2406930"/>
                </a:cubicBezTo>
                <a:lnTo>
                  <a:pt x="1726723" y="2399874"/>
                </a:lnTo>
                <a:lnTo>
                  <a:pt x="1605728" y="2358846"/>
                </a:lnTo>
                <a:close/>
                <a:moveTo>
                  <a:pt x="1795887" y="2033026"/>
                </a:moveTo>
                <a:lnTo>
                  <a:pt x="1694075" y="2094586"/>
                </a:lnTo>
                <a:lnTo>
                  <a:pt x="1578650" y="2155153"/>
                </a:lnTo>
                <a:lnTo>
                  <a:pt x="1618821" y="2173994"/>
                </a:lnTo>
                <a:lnTo>
                  <a:pt x="1763952" y="2229138"/>
                </a:lnTo>
                <a:lnTo>
                  <a:pt x="1791432" y="2076334"/>
                </a:lnTo>
                <a:close/>
                <a:moveTo>
                  <a:pt x="969005" y="2030800"/>
                </a:moveTo>
                <a:lnTo>
                  <a:pt x="973688" y="2076334"/>
                </a:lnTo>
                <a:lnTo>
                  <a:pt x="997942" y="2219324"/>
                </a:lnTo>
                <a:lnTo>
                  <a:pt x="1135534" y="2169774"/>
                </a:lnTo>
                <a:lnTo>
                  <a:pt x="1176026" y="2151638"/>
                </a:lnTo>
                <a:lnTo>
                  <a:pt x="1061678" y="2089068"/>
                </a:lnTo>
                <a:close/>
                <a:moveTo>
                  <a:pt x="2270995" y="1682607"/>
                </a:moveTo>
                <a:lnTo>
                  <a:pt x="2193789" y="1749541"/>
                </a:lnTo>
                <a:cubicBezTo>
                  <a:pt x="2157450" y="1779622"/>
                  <a:pt x="2119670" y="1809519"/>
                  <a:pt x="2080535" y="1839120"/>
                </a:cubicBezTo>
                <a:lnTo>
                  <a:pt x="1988274" y="1905861"/>
                </a:lnTo>
                <a:lnTo>
                  <a:pt x="1956628" y="2160317"/>
                </a:lnTo>
                <a:lnTo>
                  <a:pt x="1929983" y="2282840"/>
                </a:lnTo>
                <a:lnTo>
                  <a:pt x="2032699" y="2311732"/>
                </a:lnTo>
                <a:cubicBezTo>
                  <a:pt x="2281801" y="2367725"/>
                  <a:pt x="2467430" y="2349840"/>
                  <a:pt x="2530541" y="2244806"/>
                </a:cubicBezTo>
                <a:cubicBezTo>
                  <a:pt x="2601541" y="2126643"/>
                  <a:pt x="2502356" y="1923350"/>
                  <a:pt x="2289139" y="1700285"/>
                </a:cubicBezTo>
                <a:close/>
                <a:moveTo>
                  <a:pt x="491768" y="1666932"/>
                </a:moveTo>
                <a:lnTo>
                  <a:pt x="473585" y="1684439"/>
                </a:lnTo>
                <a:cubicBezTo>
                  <a:pt x="256508" y="1903749"/>
                  <a:pt x="153790" y="2105280"/>
                  <a:pt x="222717" y="2224664"/>
                </a:cubicBezTo>
                <a:cubicBezTo>
                  <a:pt x="283985" y="2330784"/>
                  <a:pt x="469273" y="2351906"/>
                  <a:pt x="719315" y="2300269"/>
                </a:cubicBezTo>
                <a:lnTo>
                  <a:pt x="831176" y="2270901"/>
                </a:lnTo>
                <a:lnTo>
                  <a:pt x="808495" y="2160317"/>
                </a:lnTo>
                <a:lnTo>
                  <a:pt x="776012" y="1899134"/>
                </a:lnTo>
                <a:lnTo>
                  <a:pt x="679735" y="1826895"/>
                </a:lnTo>
                <a:cubicBezTo>
                  <a:pt x="616990" y="1777691"/>
                  <a:pt x="557836" y="1727770"/>
                  <a:pt x="502637" y="1677612"/>
                </a:cubicBezTo>
                <a:close/>
                <a:moveTo>
                  <a:pt x="2001099" y="1443878"/>
                </a:moveTo>
                <a:lnTo>
                  <a:pt x="2005588" y="1555029"/>
                </a:lnTo>
                <a:lnTo>
                  <a:pt x="2000712" y="1675767"/>
                </a:lnTo>
                <a:lnTo>
                  <a:pt x="2038461" y="1648469"/>
                </a:lnTo>
                <a:cubicBezTo>
                  <a:pt x="2070345" y="1623579"/>
                  <a:pt x="2101053" y="1598643"/>
                  <a:pt x="2130505" y="1573751"/>
                </a:cubicBezTo>
                <a:lnTo>
                  <a:pt x="2143759" y="1562074"/>
                </a:lnTo>
                <a:lnTo>
                  <a:pt x="2039991" y="1473050"/>
                </a:lnTo>
                <a:close/>
                <a:moveTo>
                  <a:pt x="764411" y="1434288"/>
                </a:moveTo>
                <a:lnTo>
                  <a:pt x="726661" y="1461587"/>
                </a:lnTo>
                <a:cubicBezTo>
                  <a:pt x="694778" y="1486477"/>
                  <a:pt x="664070" y="1511412"/>
                  <a:pt x="634617" y="1536305"/>
                </a:cubicBezTo>
                <a:lnTo>
                  <a:pt x="621360" y="1547985"/>
                </a:lnTo>
                <a:lnTo>
                  <a:pt x="725129" y="1637009"/>
                </a:lnTo>
                <a:lnTo>
                  <a:pt x="764024" y="1666183"/>
                </a:lnTo>
                <a:lnTo>
                  <a:pt x="759534" y="1555029"/>
                </a:lnTo>
                <a:close/>
                <a:moveTo>
                  <a:pt x="1386966" y="1049980"/>
                </a:moveTo>
                <a:lnTo>
                  <a:pt x="1160689" y="1170734"/>
                </a:lnTo>
                <a:lnTo>
                  <a:pt x="947211" y="1303680"/>
                </a:lnTo>
                <a:lnTo>
                  <a:pt x="938816" y="1555028"/>
                </a:lnTo>
                <a:lnTo>
                  <a:pt x="947046" y="1801432"/>
                </a:lnTo>
                <a:lnTo>
                  <a:pt x="1154015" y="1935392"/>
                </a:lnTo>
                <a:lnTo>
                  <a:pt x="1378151" y="2060078"/>
                </a:lnTo>
                <a:lnTo>
                  <a:pt x="1604433" y="1939321"/>
                </a:lnTo>
                <a:lnTo>
                  <a:pt x="1817909" y="1806377"/>
                </a:lnTo>
                <a:lnTo>
                  <a:pt x="1826304" y="1555028"/>
                </a:lnTo>
                <a:lnTo>
                  <a:pt x="1818074" y="1308628"/>
                </a:lnTo>
                <a:lnTo>
                  <a:pt x="1611105" y="1174667"/>
                </a:lnTo>
                <a:close/>
                <a:moveTo>
                  <a:pt x="1767179" y="890733"/>
                </a:moveTo>
                <a:lnTo>
                  <a:pt x="1629589" y="940281"/>
                </a:lnTo>
                <a:lnTo>
                  <a:pt x="1589093" y="958419"/>
                </a:lnTo>
                <a:lnTo>
                  <a:pt x="1703444" y="1020991"/>
                </a:lnTo>
                <a:lnTo>
                  <a:pt x="1796116" y="1079257"/>
                </a:lnTo>
                <a:lnTo>
                  <a:pt x="1791432" y="1033723"/>
                </a:lnTo>
                <a:close/>
                <a:moveTo>
                  <a:pt x="1001168" y="880921"/>
                </a:moveTo>
                <a:lnTo>
                  <a:pt x="973688" y="1033723"/>
                </a:lnTo>
                <a:lnTo>
                  <a:pt x="969233" y="1077033"/>
                </a:lnTo>
                <a:lnTo>
                  <a:pt x="1071048" y="1015472"/>
                </a:lnTo>
                <a:lnTo>
                  <a:pt x="1186470" y="954907"/>
                </a:lnTo>
                <a:lnTo>
                  <a:pt x="1146299" y="936065"/>
                </a:lnTo>
                <a:close/>
                <a:moveTo>
                  <a:pt x="2296662" y="783036"/>
                </a:moveTo>
                <a:cubicBezTo>
                  <a:pt x="2224233" y="781291"/>
                  <a:pt x="2139574" y="790423"/>
                  <a:pt x="2045808" y="809787"/>
                </a:cubicBezTo>
                <a:lnTo>
                  <a:pt x="1933945" y="839155"/>
                </a:lnTo>
                <a:lnTo>
                  <a:pt x="1956628" y="949742"/>
                </a:lnTo>
                <a:lnTo>
                  <a:pt x="1989111" y="1210925"/>
                </a:lnTo>
                <a:lnTo>
                  <a:pt x="2085387" y="1283163"/>
                </a:lnTo>
                <a:cubicBezTo>
                  <a:pt x="2148132" y="1332368"/>
                  <a:pt x="2207286" y="1382289"/>
                  <a:pt x="2262485" y="1432446"/>
                </a:cubicBezTo>
                <a:lnTo>
                  <a:pt x="2273353" y="1443125"/>
                </a:lnTo>
                <a:lnTo>
                  <a:pt x="2291537" y="1425616"/>
                </a:lnTo>
                <a:cubicBezTo>
                  <a:pt x="2508615" y="1206306"/>
                  <a:pt x="2611333" y="1004776"/>
                  <a:pt x="2542406" y="885391"/>
                </a:cubicBezTo>
                <a:cubicBezTo>
                  <a:pt x="2504113" y="819067"/>
                  <a:pt x="2417375" y="785944"/>
                  <a:pt x="2296662" y="783036"/>
                </a:cubicBezTo>
                <a:close/>
                <a:moveTo>
                  <a:pt x="482072" y="767202"/>
                </a:moveTo>
                <a:cubicBezTo>
                  <a:pt x="361326" y="768003"/>
                  <a:pt x="274023" y="799606"/>
                  <a:pt x="234579" y="865253"/>
                </a:cubicBezTo>
                <a:cubicBezTo>
                  <a:pt x="163579" y="983417"/>
                  <a:pt x="262764" y="1186709"/>
                  <a:pt x="475981" y="1409774"/>
                </a:cubicBezTo>
                <a:lnTo>
                  <a:pt x="494126" y="1427453"/>
                </a:lnTo>
                <a:lnTo>
                  <a:pt x="571333" y="1360517"/>
                </a:lnTo>
                <a:cubicBezTo>
                  <a:pt x="607672" y="1330436"/>
                  <a:pt x="645452" y="1300540"/>
                  <a:pt x="684587" y="1270938"/>
                </a:cubicBezTo>
                <a:lnTo>
                  <a:pt x="776848" y="1204197"/>
                </a:lnTo>
                <a:lnTo>
                  <a:pt x="808495" y="949742"/>
                </a:lnTo>
                <a:lnTo>
                  <a:pt x="835139" y="827220"/>
                </a:lnTo>
                <a:lnTo>
                  <a:pt x="732420" y="798327"/>
                </a:lnTo>
                <a:cubicBezTo>
                  <a:pt x="639007" y="777329"/>
                  <a:pt x="554520" y="766721"/>
                  <a:pt x="482072" y="767202"/>
                </a:cubicBezTo>
                <a:close/>
                <a:moveTo>
                  <a:pt x="1382560" y="215755"/>
                </a:moveTo>
                <a:cubicBezTo>
                  <a:pt x="1244707" y="215755"/>
                  <a:pt x="1121535" y="405476"/>
                  <a:pt x="1040146" y="703126"/>
                </a:cubicBezTo>
                <a:lnTo>
                  <a:pt x="1038397" y="710184"/>
                </a:lnTo>
                <a:lnTo>
                  <a:pt x="1159394" y="751212"/>
                </a:lnTo>
                <a:lnTo>
                  <a:pt x="1388689" y="852872"/>
                </a:lnTo>
                <a:lnTo>
                  <a:pt x="1619722" y="755229"/>
                </a:lnTo>
                <a:lnTo>
                  <a:pt x="1729016" y="720284"/>
                </a:lnTo>
                <a:lnTo>
                  <a:pt x="1724974" y="703126"/>
                </a:lnTo>
                <a:cubicBezTo>
                  <a:pt x="1643585" y="405476"/>
                  <a:pt x="1520414" y="215755"/>
                  <a:pt x="1382560" y="215755"/>
                </a:cubicBezTo>
                <a:close/>
                <a:moveTo>
                  <a:pt x="1382561" y="0"/>
                </a:moveTo>
                <a:cubicBezTo>
                  <a:pt x="1576111" y="0"/>
                  <a:pt x="1749046" y="220285"/>
                  <a:pt x="1863319" y="565886"/>
                </a:cubicBezTo>
                <a:lnTo>
                  <a:pt x="1892754" y="669221"/>
                </a:lnTo>
                <a:lnTo>
                  <a:pt x="1998805" y="644109"/>
                </a:lnTo>
                <a:cubicBezTo>
                  <a:pt x="2355240" y="570272"/>
                  <a:pt x="2632481" y="609896"/>
                  <a:pt x="2729256" y="777515"/>
                </a:cubicBezTo>
                <a:cubicBezTo>
                  <a:pt x="2826030" y="945133"/>
                  <a:pt x="2721726" y="1205043"/>
                  <a:pt x="2479563" y="1476806"/>
                </a:cubicBezTo>
                <a:lnTo>
                  <a:pt x="2396868" y="1564493"/>
                </a:lnTo>
                <a:lnTo>
                  <a:pt x="2415853" y="1583149"/>
                </a:lnTo>
                <a:cubicBezTo>
                  <a:pt x="2697403" y="1884053"/>
                  <a:pt x="2823474" y="2176199"/>
                  <a:pt x="2715481" y="2355928"/>
                </a:cubicBezTo>
                <a:cubicBezTo>
                  <a:pt x="2615796" y="2521833"/>
                  <a:pt x="2337906" y="2556612"/>
                  <a:pt x="1982813" y="2476565"/>
                </a:cubicBezTo>
                <a:lnTo>
                  <a:pt x="1890625" y="2453030"/>
                </a:lnTo>
                <a:lnTo>
                  <a:pt x="1863319" y="2544172"/>
                </a:lnTo>
                <a:cubicBezTo>
                  <a:pt x="1749047" y="2889773"/>
                  <a:pt x="1576111" y="3110058"/>
                  <a:pt x="1382561" y="3110058"/>
                </a:cubicBezTo>
                <a:cubicBezTo>
                  <a:pt x="1189012" y="3110058"/>
                  <a:pt x="1016076" y="2889773"/>
                  <a:pt x="901803" y="2544172"/>
                </a:cubicBezTo>
                <a:lnTo>
                  <a:pt x="872368" y="2440837"/>
                </a:lnTo>
                <a:lnTo>
                  <a:pt x="766317" y="2465949"/>
                </a:lnTo>
                <a:cubicBezTo>
                  <a:pt x="409882" y="2539787"/>
                  <a:pt x="132641" y="2500163"/>
                  <a:pt x="35866" y="2332544"/>
                </a:cubicBezTo>
                <a:cubicBezTo>
                  <a:pt x="-60908" y="2164925"/>
                  <a:pt x="43396" y="1905015"/>
                  <a:pt x="285559" y="1633252"/>
                </a:cubicBezTo>
                <a:lnTo>
                  <a:pt x="368254" y="1545565"/>
                </a:lnTo>
                <a:lnTo>
                  <a:pt x="349269" y="1526910"/>
                </a:lnTo>
                <a:cubicBezTo>
                  <a:pt x="67719" y="1226005"/>
                  <a:pt x="-58351" y="933860"/>
                  <a:pt x="49641" y="754130"/>
                </a:cubicBezTo>
                <a:cubicBezTo>
                  <a:pt x="149326" y="588226"/>
                  <a:pt x="427216" y="553446"/>
                  <a:pt x="782309" y="633493"/>
                </a:cubicBezTo>
                <a:lnTo>
                  <a:pt x="874497" y="657029"/>
                </a:lnTo>
                <a:lnTo>
                  <a:pt x="901803" y="565886"/>
                </a:lnTo>
                <a:cubicBezTo>
                  <a:pt x="1016076" y="220285"/>
                  <a:pt x="1189012" y="0"/>
                  <a:pt x="1382561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38" name="Chart 21">
            <a:extLst>
              <a:ext uri="{FF2B5EF4-FFF2-40B4-BE49-F238E27FC236}">
                <a16:creationId xmlns="" xmlns:a16="http://schemas.microsoft.com/office/drawing/2014/main" id="{D03E93D4-F6A1-4B2A-AC2A-A046771C5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9265635"/>
              </p:ext>
            </p:extLst>
          </p:nvPr>
        </p:nvGraphicFramePr>
        <p:xfrm>
          <a:off x="3996647" y="2759736"/>
          <a:ext cx="2218782" cy="2008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9" name="Group 30">
            <a:extLst>
              <a:ext uri="{FF2B5EF4-FFF2-40B4-BE49-F238E27FC236}">
                <a16:creationId xmlns="" xmlns:a16="http://schemas.microsoft.com/office/drawing/2014/main" id="{888B3B11-A3DA-4444-B101-3BC170CFF6E1}"/>
              </a:ext>
            </a:extLst>
          </p:cNvPr>
          <p:cNvGrpSpPr/>
          <p:nvPr/>
        </p:nvGrpSpPr>
        <p:grpSpPr>
          <a:xfrm>
            <a:off x="6304420" y="2951625"/>
            <a:ext cx="2857255" cy="1466676"/>
            <a:chOff x="7848856" y="4106653"/>
            <a:chExt cx="1180443" cy="806897"/>
          </a:xfrm>
        </p:grpSpPr>
        <p:sp>
          <p:nvSpPr>
            <p:cNvPr id="40" name="Rectangle 22">
              <a:extLst>
                <a:ext uri="{FF2B5EF4-FFF2-40B4-BE49-F238E27FC236}">
                  <a16:creationId xmlns="" xmlns:a16="http://schemas.microsoft.com/office/drawing/2014/main" id="{577EE304-D313-4AAA-9160-62A238BA834F}"/>
                </a:ext>
              </a:extLst>
            </p:cNvPr>
            <p:cNvSpPr/>
            <p:nvPr/>
          </p:nvSpPr>
          <p:spPr>
            <a:xfrm>
              <a:off x="7848856" y="4121462"/>
              <a:ext cx="114237" cy="144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Rectangle 23">
              <a:extLst>
                <a:ext uri="{FF2B5EF4-FFF2-40B4-BE49-F238E27FC236}">
                  <a16:creationId xmlns="" xmlns:a16="http://schemas.microsoft.com/office/drawing/2014/main" id="{32DD85AA-0D0F-4076-8C3D-6F4C71BF6C32}"/>
                </a:ext>
              </a:extLst>
            </p:cNvPr>
            <p:cNvSpPr/>
            <p:nvPr/>
          </p:nvSpPr>
          <p:spPr>
            <a:xfrm>
              <a:off x="7848856" y="4337486"/>
              <a:ext cx="114237" cy="144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Rectangle 24">
              <a:extLst>
                <a:ext uri="{FF2B5EF4-FFF2-40B4-BE49-F238E27FC236}">
                  <a16:creationId xmlns="" xmlns:a16="http://schemas.microsoft.com/office/drawing/2014/main" id="{CFAEEB0C-01D0-47CD-9F32-CE39D8688C2D}"/>
                </a:ext>
              </a:extLst>
            </p:cNvPr>
            <p:cNvSpPr/>
            <p:nvPr/>
          </p:nvSpPr>
          <p:spPr>
            <a:xfrm>
              <a:off x="7848856" y="4553510"/>
              <a:ext cx="114237" cy="144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Rectangle 25">
              <a:extLst>
                <a:ext uri="{FF2B5EF4-FFF2-40B4-BE49-F238E27FC236}">
                  <a16:creationId xmlns="" xmlns:a16="http://schemas.microsoft.com/office/drawing/2014/main" id="{A64984AC-1E89-4B92-B2D7-57BD40E18F58}"/>
                </a:ext>
              </a:extLst>
            </p:cNvPr>
            <p:cNvSpPr/>
            <p:nvPr/>
          </p:nvSpPr>
          <p:spPr>
            <a:xfrm>
              <a:off x="7848856" y="4769534"/>
              <a:ext cx="114237" cy="144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1D2BE127-CDA5-47F5-BF38-9DFD0C9680DE}"/>
                </a:ext>
              </a:extLst>
            </p:cNvPr>
            <p:cNvSpPr txBox="1"/>
            <p:nvPr/>
          </p:nvSpPr>
          <p:spPr>
            <a:xfrm>
              <a:off x="8027477" y="4106653"/>
              <a:ext cx="1001822" cy="15239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IN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Ever supporting Management 15%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E949B7B6-7DDA-4505-BA49-F92AD0518BF5}"/>
                </a:ext>
              </a:extLst>
            </p:cNvPr>
            <p:cNvSpPr txBox="1"/>
            <p:nvPr/>
          </p:nvSpPr>
          <p:spPr>
            <a:xfrm>
              <a:off x="8027477" y="4319227"/>
              <a:ext cx="827584" cy="18871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IN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Admin 25%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B855450D-EAD3-4736-97B1-D7AA0BDB16B3}"/>
                </a:ext>
              </a:extLst>
            </p:cNvPr>
            <p:cNvSpPr txBox="1"/>
            <p:nvPr/>
          </p:nvSpPr>
          <p:spPr>
            <a:xfrm>
              <a:off x="8027477" y="4527012"/>
              <a:ext cx="885583" cy="31453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Faculty Members 45%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AAB4A4FA-78A6-45CF-BE01-C2675549A7D2}"/>
                </a:ext>
              </a:extLst>
            </p:cNvPr>
            <p:cNvSpPr txBox="1"/>
            <p:nvPr/>
          </p:nvSpPr>
          <p:spPr>
            <a:xfrm>
              <a:off x="8027477" y="4751096"/>
              <a:ext cx="827584" cy="15239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IN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Supporting Staff 15%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</p:grpSp>
      <p:sp>
        <p:nvSpPr>
          <p:cNvPr id="48" name="텍스트 개체 틀 37">
            <a:extLst>
              <a:ext uri="{FF2B5EF4-FFF2-40B4-BE49-F238E27FC236}">
                <a16:creationId xmlns="" xmlns:a16="http://schemas.microsoft.com/office/drawing/2014/main" id="{F2AF0089-CCD8-4710-858F-87A4FA9F4E47}"/>
              </a:ext>
            </a:extLst>
          </p:cNvPr>
          <p:cNvSpPr txBox="1">
            <a:spLocks/>
          </p:cNvSpPr>
          <p:nvPr/>
        </p:nvSpPr>
        <p:spPr>
          <a:xfrm>
            <a:off x="4209158" y="1870755"/>
            <a:ext cx="2408984" cy="2880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1DAB7448-0F97-41F6-82E6-03CB11D94D6E}"/>
              </a:ext>
            </a:extLst>
          </p:cNvPr>
          <p:cNvSpPr/>
          <p:nvPr/>
        </p:nvSpPr>
        <p:spPr>
          <a:xfrm>
            <a:off x="3667331" y="220156"/>
            <a:ext cx="83020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adley Hand ITC" pitchFamily="66" charset="0"/>
              </a:rPr>
              <a:t>Meet Our </a:t>
            </a:r>
            <a:r>
              <a:rPr lang="en-US" altLang="ko-KR" sz="5400" b="1" dirty="0">
                <a:solidFill>
                  <a:schemeClr val="accent1"/>
                </a:solidFill>
                <a:latin typeface="Bradley Hand ITC" pitchFamily="66" charset="0"/>
              </a:rPr>
              <a:t>Team</a:t>
            </a:r>
            <a:endParaRPr lang="ko-KR" altLang="en-US" sz="5400" b="1" dirty="0">
              <a:solidFill>
                <a:schemeClr val="accent1"/>
              </a:solidFill>
              <a:latin typeface="Bradley Hand ITC" pitchFamily="66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9E5F208-4FF9-45B9-8E27-E2A19B4D45E8}"/>
              </a:ext>
            </a:extLst>
          </p:cNvPr>
          <p:cNvSpPr/>
          <p:nvPr/>
        </p:nvSpPr>
        <p:spPr>
          <a:xfrm>
            <a:off x="3380197" y="1143486"/>
            <a:ext cx="85446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직사각형 1">
            <a:extLst>
              <a:ext uri="{FF2B5EF4-FFF2-40B4-BE49-F238E27FC236}">
                <a16:creationId xmlns="" xmlns:a16="http://schemas.microsoft.com/office/drawing/2014/main" id="{3AE31A03-EBF5-488A-B26D-2739DA5A1792}"/>
              </a:ext>
            </a:extLst>
          </p:cNvPr>
          <p:cNvSpPr/>
          <p:nvPr/>
        </p:nvSpPr>
        <p:spPr>
          <a:xfrm>
            <a:off x="3996647" y="2155690"/>
            <a:ext cx="38430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="" xmlns:a16="http://schemas.microsoft.com/office/drawing/2014/main" id="{660CB93A-C070-4D26-95D3-8D75E7E5C3AF}"/>
              </a:ext>
            </a:extLst>
          </p:cNvPr>
          <p:cNvSpPr/>
          <p:nvPr/>
        </p:nvSpPr>
        <p:spPr>
          <a:xfrm rot="20329094">
            <a:off x="2301517" y="4814125"/>
            <a:ext cx="1313719" cy="1889023"/>
          </a:xfrm>
          <a:custGeom>
            <a:avLst/>
            <a:gdLst>
              <a:gd name="connsiteX0" fmla="*/ 695461 w 1313719"/>
              <a:gd name="connsiteY0" fmla="*/ 52104 h 1889023"/>
              <a:gd name="connsiteX1" fmla="*/ 756028 w 1313719"/>
              <a:gd name="connsiteY1" fmla="*/ 143479 h 1889023"/>
              <a:gd name="connsiteX2" fmla="*/ 756028 w 1313719"/>
              <a:gd name="connsiteY2" fmla="*/ 581374 h 1889023"/>
              <a:gd name="connsiteX3" fmla="*/ 656860 w 1313719"/>
              <a:gd name="connsiteY3" fmla="*/ 680542 h 1889023"/>
              <a:gd name="connsiteX4" fmla="*/ 557693 w 1313719"/>
              <a:gd name="connsiteY4" fmla="*/ 581374 h 1889023"/>
              <a:gd name="connsiteX5" fmla="*/ 557693 w 1313719"/>
              <a:gd name="connsiteY5" fmla="*/ 143479 h 1889023"/>
              <a:gd name="connsiteX6" fmla="*/ 656861 w 1313719"/>
              <a:gd name="connsiteY6" fmla="*/ 44311 h 1889023"/>
              <a:gd name="connsiteX7" fmla="*/ 695461 w 1313719"/>
              <a:gd name="connsiteY7" fmla="*/ 52104 h 1889023"/>
              <a:gd name="connsiteX8" fmla="*/ 914790 w 1313719"/>
              <a:gd name="connsiteY8" fmla="*/ 24077 h 1889023"/>
              <a:gd name="connsiteX9" fmla="*/ 1313719 w 1313719"/>
              <a:gd name="connsiteY9" fmla="*/ 574253 h 1889023"/>
              <a:gd name="connsiteX10" fmla="*/ 1313719 w 1313719"/>
              <a:gd name="connsiteY10" fmla="*/ 934013 h 1889023"/>
              <a:gd name="connsiteX11" fmla="*/ 943645 w 1313719"/>
              <a:gd name="connsiteY11" fmla="*/ 1889023 h 1889023"/>
              <a:gd name="connsiteX12" fmla="*/ 903 w 1313719"/>
              <a:gd name="connsiteY12" fmla="*/ 1523703 h 1889023"/>
              <a:gd name="connsiteX13" fmla="*/ 2 w 1313719"/>
              <a:gd name="connsiteY13" fmla="*/ 1514763 h 1889023"/>
              <a:gd name="connsiteX14" fmla="*/ 2 w 1313719"/>
              <a:gd name="connsiteY14" fmla="*/ 946345 h 1889023"/>
              <a:gd name="connsiteX15" fmla="*/ 0 w 1313719"/>
              <a:gd name="connsiteY15" fmla="*/ 946345 h 1889023"/>
              <a:gd name="connsiteX16" fmla="*/ 0 w 1313719"/>
              <a:gd name="connsiteY16" fmla="*/ 574253 h 1889023"/>
              <a:gd name="connsiteX17" fmla="*/ 507032 w 1313719"/>
              <a:gd name="connsiteY17" fmla="*/ 0 h 1889023"/>
              <a:gd name="connsiteX18" fmla="*/ 507032 w 1313719"/>
              <a:gd name="connsiteY18" fmla="*/ 758051 h 1889023"/>
              <a:gd name="connsiteX19" fmla="*/ 601651 w 1313719"/>
              <a:gd name="connsiteY19" fmla="*/ 882932 h 1889023"/>
              <a:gd name="connsiteX20" fmla="*/ 601651 w 1313719"/>
              <a:gd name="connsiteY20" fmla="*/ 1148096 h 1889023"/>
              <a:gd name="connsiteX21" fmla="*/ 659159 w 1313719"/>
              <a:gd name="connsiteY21" fmla="*/ 1205606 h 1889023"/>
              <a:gd name="connsiteX22" fmla="*/ 716669 w 1313719"/>
              <a:gd name="connsiteY22" fmla="*/ 1148096 h 1889023"/>
              <a:gd name="connsiteX23" fmla="*/ 716669 w 1313719"/>
              <a:gd name="connsiteY23" fmla="*/ 883114 h 1889023"/>
              <a:gd name="connsiteX24" fmla="*/ 811872 w 1313719"/>
              <a:gd name="connsiteY24" fmla="*/ 758051 h 1889023"/>
              <a:gd name="connsiteX25" fmla="*/ 811873 w 1313719"/>
              <a:gd name="connsiteY25" fmla="*/ 791 h 1889023"/>
              <a:gd name="connsiteX26" fmla="*/ 914790 w 1313719"/>
              <a:gd name="connsiteY26" fmla="*/ 24077 h 188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313719" h="1889023">
                <a:moveTo>
                  <a:pt x="695461" y="52104"/>
                </a:moveTo>
                <a:cubicBezTo>
                  <a:pt x="731054" y="67158"/>
                  <a:pt x="756028" y="102402"/>
                  <a:pt x="756028" y="143479"/>
                </a:cubicBezTo>
                <a:lnTo>
                  <a:pt x="756028" y="581374"/>
                </a:lnTo>
                <a:cubicBezTo>
                  <a:pt x="756028" y="636143"/>
                  <a:pt x="711629" y="680542"/>
                  <a:pt x="656860" y="680542"/>
                </a:cubicBezTo>
                <a:cubicBezTo>
                  <a:pt x="602092" y="680542"/>
                  <a:pt x="557693" y="636143"/>
                  <a:pt x="557693" y="581374"/>
                </a:cubicBezTo>
                <a:lnTo>
                  <a:pt x="557693" y="143479"/>
                </a:lnTo>
                <a:cubicBezTo>
                  <a:pt x="557693" y="88710"/>
                  <a:pt x="602091" y="44311"/>
                  <a:pt x="656861" y="44311"/>
                </a:cubicBezTo>
                <a:cubicBezTo>
                  <a:pt x="670553" y="44311"/>
                  <a:pt x="683597" y="47086"/>
                  <a:pt x="695461" y="52104"/>
                </a:cubicBezTo>
                <a:close/>
                <a:moveTo>
                  <a:pt x="914790" y="24077"/>
                </a:moveTo>
                <a:cubicBezTo>
                  <a:pt x="1146436" y="99467"/>
                  <a:pt x="1313719" y="317325"/>
                  <a:pt x="1313719" y="574253"/>
                </a:cubicBezTo>
                <a:lnTo>
                  <a:pt x="1313719" y="934013"/>
                </a:lnTo>
                <a:lnTo>
                  <a:pt x="943645" y="1889023"/>
                </a:lnTo>
                <a:lnTo>
                  <a:pt x="903" y="1523703"/>
                </a:lnTo>
                <a:lnTo>
                  <a:pt x="2" y="1514763"/>
                </a:lnTo>
                <a:lnTo>
                  <a:pt x="2" y="946345"/>
                </a:lnTo>
                <a:lnTo>
                  <a:pt x="0" y="946345"/>
                </a:lnTo>
                <a:lnTo>
                  <a:pt x="0" y="574253"/>
                </a:lnTo>
                <a:cubicBezTo>
                  <a:pt x="0" y="278824"/>
                  <a:pt x="221172" y="35057"/>
                  <a:pt x="507032" y="0"/>
                </a:cubicBezTo>
                <a:lnTo>
                  <a:pt x="507032" y="758051"/>
                </a:lnTo>
                <a:cubicBezTo>
                  <a:pt x="507032" y="817622"/>
                  <a:pt x="546943" y="867870"/>
                  <a:pt x="601651" y="882932"/>
                </a:cubicBezTo>
                <a:lnTo>
                  <a:pt x="601651" y="1148096"/>
                </a:lnTo>
                <a:cubicBezTo>
                  <a:pt x="601651" y="1179857"/>
                  <a:pt x="627398" y="1205606"/>
                  <a:pt x="659159" y="1205606"/>
                </a:cubicBezTo>
                <a:cubicBezTo>
                  <a:pt x="690922" y="1205605"/>
                  <a:pt x="716669" y="1179857"/>
                  <a:pt x="716669" y="1148096"/>
                </a:cubicBezTo>
                <a:lnTo>
                  <a:pt x="716669" y="883114"/>
                </a:lnTo>
                <a:cubicBezTo>
                  <a:pt x="771673" y="868232"/>
                  <a:pt x="811873" y="817836"/>
                  <a:pt x="811872" y="758051"/>
                </a:cubicBezTo>
                <a:lnTo>
                  <a:pt x="811873" y="791"/>
                </a:lnTo>
                <a:cubicBezTo>
                  <a:pt x="847292" y="5445"/>
                  <a:pt x="881698" y="13307"/>
                  <a:pt x="914790" y="24077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68770" y="574431"/>
            <a:ext cx="861774" cy="561741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4400" dirty="0">
                <a:latin typeface="Tempus Sans ITC" pitchFamily="82" charset="0"/>
              </a:rPr>
              <a:t>ROUND THE CLOCK</a:t>
            </a:r>
            <a:endParaRPr lang="en-IN" sz="4400" dirty="0"/>
          </a:p>
        </p:txBody>
      </p:sp>
      <p:sp>
        <p:nvSpPr>
          <p:cNvPr id="17" name="TextBox 16"/>
          <p:cNvSpPr txBox="1"/>
          <p:nvPr/>
        </p:nvSpPr>
        <p:spPr>
          <a:xfrm>
            <a:off x="9237001" y="1478581"/>
            <a:ext cx="24441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b="1" dirty="0" smtClean="0">
                <a:latin typeface="Bradley Hand ITC" pitchFamily="66" charset="0"/>
              </a:rPr>
              <a:t>For the Progress</a:t>
            </a:r>
            <a:endParaRPr lang="en-IN" sz="5000" b="1" dirty="0">
              <a:latin typeface="Bradley Hand ITC" pitchFamily="66" charset="0"/>
            </a:endParaRPr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60" y="-47869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8" grpId="0">
        <p:bldAsOne/>
      </p:bldGraphic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rapezoid 24">
            <a:extLst>
              <a:ext uri="{FF2B5EF4-FFF2-40B4-BE49-F238E27FC236}">
                <a16:creationId xmlns="" xmlns:a16="http://schemas.microsoft.com/office/drawing/2014/main" id="{4D1F2B70-3483-43EB-A5B9-48B6586978F0}"/>
              </a:ext>
            </a:extLst>
          </p:cNvPr>
          <p:cNvSpPr>
            <a:spLocks noChangeAspect="1"/>
          </p:cNvSpPr>
          <p:nvPr/>
        </p:nvSpPr>
        <p:spPr>
          <a:xfrm rot="8369018">
            <a:off x="4215200" y="4240285"/>
            <a:ext cx="410470" cy="414380"/>
          </a:xfrm>
          <a:custGeom>
            <a:avLst/>
            <a:gdLst/>
            <a:ahLst/>
            <a:cxnLst/>
            <a:rect l="l" t="t" r="r" b="b"/>
            <a:pathLst>
              <a:path w="4411086" h="4453092">
                <a:moveTo>
                  <a:pt x="3095887" y="1153910"/>
                </a:moveTo>
                <a:cubicBezTo>
                  <a:pt x="3119009" y="1174647"/>
                  <a:pt x="3146597" y="1191685"/>
                  <a:pt x="3177861" y="1203446"/>
                </a:cubicBezTo>
                <a:cubicBezTo>
                  <a:pt x="3302917" y="1250492"/>
                  <a:pt x="3439398" y="1195315"/>
                  <a:pt x="3482703" y="1080205"/>
                </a:cubicBezTo>
                <a:cubicBezTo>
                  <a:pt x="3526008" y="965093"/>
                  <a:pt x="3459737" y="833641"/>
                  <a:pt x="3334683" y="786595"/>
                </a:cubicBezTo>
                <a:cubicBezTo>
                  <a:pt x="3209628" y="739549"/>
                  <a:pt x="3073147" y="794724"/>
                  <a:pt x="3029841" y="909836"/>
                </a:cubicBezTo>
                <a:cubicBezTo>
                  <a:pt x="2997363" y="996169"/>
                  <a:pt x="3026521" y="1091695"/>
                  <a:pt x="3095887" y="1153910"/>
                </a:cubicBezTo>
                <a:close/>
                <a:moveTo>
                  <a:pt x="3521423" y="1860548"/>
                </a:moveTo>
                <a:cubicBezTo>
                  <a:pt x="3544546" y="1881285"/>
                  <a:pt x="3572135" y="1898322"/>
                  <a:pt x="3603399" y="1910084"/>
                </a:cubicBezTo>
                <a:cubicBezTo>
                  <a:pt x="3728453" y="1957130"/>
                  <a:pt x="3864935" y="1901953"/>
                  <a:pt x="3908240" y="1786842"/>
                </a:cubicBezTo>
                <a:cubicBezTo>
                  <a:pt x="3951546" y="1671732"/>
                  <a:pt x="3885275" y="1540278"/>
                  <a:pt x="3760220" y="1493232"/>
                </a:cubicBezTo>
                <a:cubicBezTo>
                  <a:pt x="3635166" y="1446186"/>
                  <a:pt x="3498684" y="1501363"/>
                  <a:pt x="3455379" y="1616474"/>
                </a:cubicBezTo>
                <a:cubicBezTo>
                  <a:pt x="3422900" y="1702807"/>
                  <a:pt x="3452057" y="1798333"/>
                  <a:pt x="3521423" y="1860548"/>
                </a:cubicBezTo>
                <a:close/>
                <a:moveTo>
                  <a:pt x="3507502" y="2659088"/>
                </a:moveTo>
                <a:cubicBezTo>
                  <a:pt x="3530625" y="2679826"/>
                  <a:pt x="3558214" y="2696863"/>
                  <a:pt x="3589478" y="2708624"/>
                </a:cubicBezTo>
                <a:cubicBezTo>
                  <a:pt x="3714532" y="2755670"/>
                  <a:pt x="3851014" y="2700494"/>
                  <a:pt x="3894319" y="2585383"/>
                </a:cubicBezTo>
                <a:cubicBezTo>
                  <a:pt x="3937624" y="2470273"/>
                  <a:pt x="3871353" y="2338820"/>
                  <a:pt x="3746299" y="2291774"/>
                </a:cubicBezTo>
                <a:cubicBezTo>
                  <a:pt x="3621245" y="2244728"/>
                  <a:pt x="3484763" y="2299905"/>
                  <a:pt x="3441458" y="2415014"/>
                </a:cubicBezTo>
                <a:cubicBezTo>
                  <a:pt x="3408979" y="2501348"/>
                  <a:pt x="3438136" y="2596873"/>
                  <a:pt x="3507502" y="2659088"/>
                </a:cubicBezTo>
                <a:close/>
                <a:moveTo>
                  <a:pt x="2750047" y="3029987"/>
                </a:moveTo>
                <a:cubicBezTo>
                  <a:pt x="2773168" y="3050726"/>
                  <a:pt x="2800759" y="3067763"/>
                  <a:pt x="2832021" y="3079524"/>
                </a:cubicBezTo>
                <a:cubicBezTo>
                  <a:pt x="2957076" y="3126570"/>
                  <a:pt x="3093558" y="3071393"/>
                  <a:pt x="3136863" y="2956283"/>
                </a:cubicBezTo>
                <a:cubicBezTo>
                  <a:pt x="3180168" y="2841172"/>
                  <a:pt x="3113897" y="2709719"/>
                  <a:pt x="2988843" y="2662673"/>
                </a:cubicBezTo>
                <a:cubicBezTo>
                  <a:pt x="2863789" y="2615627"/>
                  <a:pt x="2727307" y="2670804"/>
                  <a:pt x="2684001" y="2785914"/>
                </a:cubicBezTo>
                <a:cubicBezTo>
                  <a:pt x="2651523" y="2872247"/>
                  <a:pt x="2680681" y="2967773"/>
                  <a:pt x="2750047" y="3029987"/>
                </a:cubicBezTo>
                <a:close/>
                <a:moveTo>
                  <a:pt x="1666926" y="2573567"/>
                </a:moveTo>
                <a:lnTo>
                  <a:pt x="1775047" y="423729"/>
                </a:lnTo>
                <a:lnTo>
                  <a:pt x="1991290" y="423729"/>
                </a:lnTo>
                <a:lnTo>
                  <a:pt x="2099411" y="2573567"/>
                </a:lnTo>
                <a:close/>
                <a:moveTo>
                  <a:pt x="1154974" y="2568578"/>
                </a:moveTo>
                <a:cubicBezTo>
                  <a:pt x="1178096" y="2589317"/>
                  <a:pt x="1205685" y="2606354"/>
                  <a:pt x="1236949" y="2618115"/>
                </a:cubicBezTo>
                <a:cubicBezTo>
                  <a:pt x="1362003" y="2665161"/>
                  <a:pt x="1498485" y="2609985"/>
                  <a:pt x="1541790" y="2494874"/>
                </a:cubicBezTo>
                <a:cubicBezTo>
                  <a:pt x="1585096" y="2379763"/>
                  <a:pt x="1518825" y="2248310"/>
                  <a:pt x="1393770" y="2201264"/>
                </a:cubicBezTo>
                <a:cubicBezTo>
                  <a:pt x="1268716" y="2154218"/>
                  <a:pt x="1132234" y="2209394"/>
                  <a:pt x="1088929" y="2324505"/>
                </a:cubicBezTo>
                <a:cubicBezTo>
                  <a:pt x="1056450" y="2410839"/>
                  <a:pt x="1085608" y="2506364"/>
                  <a:pt x="1154974" y="2568578"/>
                </a:cubicBezTo>
                <a:close/>
                <a:moveTo>
                  <a:pt x="1811301" y="3132571"/>
                </a:moveTo>
                <a:lnTo>
                  <a:pt x="1704026" y="2663196"/>
                </a:lnTo>
                <a:lnTo>
                  <a:pt x="2117930" y="2682436"/>
                </a:lnTo>
                <a:lnTo>
                  <a:pt x="1967575" y="3139835"/>
                </a:lnTo>
                <a:close/>
                <a:moveTo>
                  <a:pt x="474734" y="2026084"/>
                </a:moveTo>
                <a:cubicBezTo>
                  <a:pt x="497856" y="2046823"/>
                  <a:pt x="525445" y="2063859"/>
                  <a:pt x="556709" y="2075621"/>
                </a:cubicBezTo>
                <a:cubicBezTo>
                  <a:pt x="681763" y="2122667"/>
                  <a:pt x="818245" y="2067490"/>
                  <a:pt x="861550" y="1952380"/>
                </a:cubicBezTo>
                <a:cubicBezTo>
                  <a:pt x="904855" y="1837269"/>
                  <a:pt x="838584" y="1705816"/>
                  <a:pt x="713530" y="1658770"/>
                </a:cubicBezTo>
                <a:cubicBezTo>
                  <a:pt x="588476" y="1611724"/>
                  <a:pt x="451994" y="1666900"/>
                  <a:pt x="408689" y="1782011"/>
                </a:cubicBezTo>
                <a:cubicBezTo>
                  <a:pt x="376210" y="1868344"/>
                  <a:pt x="405367" y="1963870"/>
                  <a:pt x="474734" y="2026084"/>
                </a:cubicBezTo>
                <a:close/>
                <a:moveTo>
                  <a:pt x="470005" y="2517620"/>
                </a:moveTo>
                <a:cubicBezTo>
                  <a:pt x="142796" y="2243059"/>
                  <a:pt x="-69074" y="1913805"/>
                  <a:pt x="20698" y="1573981"/>
                </a:cubicBezTo>
                <a:cubicBezTo>
                  <a:pt x="290062" y="677171"/>
                  <a:pt x="1131284" y="1373424"/>
                  <a:pt x="1417683" y="1157395"/>
                </a:cubicBezTo>
                <a:cubicBezTo>
                  <a:pt x="1704082" y="941367"/>
                  <a:pt x="795764" y="512391"/>
                  <a:pt x="1486994" y="164947"/>
                </a:cubicBezTo>
                <a:cubicBezTo>
                  <a:pt x="1963635" y="-91969"/>
                  <a:pt x="2301495" y="-33140"/>
                  <a:pt x="2924035" y="233397"/>
                </a:cubicBezTo>
                <a:cubicBezTo>
                  <a:pt x="3546575" y="499935"/>
                  <a:pt x="4682373" y="1460700"/>
                  <a:pt x="4352060" y="2410274"/>
                </a:cubicBezTo>
                <a:cubicBezTo>
                  <a:pt x="4055563" y="3262631"/>
                  <a:pt x="2903863" y="3342769"/>
                  <a:pt x="2149143" y="3248705"/>
                </a:cubicBezTo>
                <a:cubicBezTo>
                  <a:pt x="2120485" y="3221681"/>
                  <a:pt x="2088781" y="3200633"/>
                  <a:pt x="2056697" y="3184977"/>
                </a:cubicBezTo>
                <a:lnTo>
                  <a:pt x="2029525" y="3174239"/>
                </a:lnTo>
                <a:lnTo>
                  <a:pt x="2074465" y="2961096"/>
                </a:lnTo>
                <a:cubicBezTo>
                  <a:pt x="2174448" y="2968058"/>
                  <a:pt x="2268303" y="2914369"/>
                  <a:pt x="2302852" y="2822534"/>
                </a:cubicBezTo>
                <a:cubicBezTo>
                  <a:pt x="2344980" y="2710550"/>
                  <a:pt x="2283405" y="2583099"/>
                  <a:pt x="2164586" y="2533664"/>
                </a:cubicBezTo>
                <a:lnTo>
                  <a:pt x="2177079" y="2474412"/>
                </a:lnTo>
                <a:lnTo>
                  <a:pt x="2181423" y="2474420"/>
                </a:lnTo>
                <a:lnTo>
                  <a:pt x="2180348" y="2458905"/>
                </a:lnTo>
                <a:lnTo>
                  <a:pt x="2183345" y="2444691"/>
                </a:lnTo>
                <a:lnTo>
                  <a:pt x="2179364" y="2444684"/>
                </a:lnTo>
                <a:lnTo>
                  <a:pt x="2069296" y="855315"/>
                </a:lnTo>
                <a:cubicBezTo>
                  <a:pt x="2264713" y="815272"/>
                  <a:pt x="2400776" y="670372"/>
                  <a:pt x="2376696" y="524656"/>
                </a:cubicBezTo>
                <a:cubicBezTo>
                  <a:pt x="2351678" y="373263"/>
                  <a:pt x="2163271" y="278317"/>
                  <a:pt x="1955875" y="312591"/>
                </a:cubicBezTo>
                <a:cubicBezTo>
                  <a:pt x="1748480" y="346862"/>
                  <a:pt x="1600634" y="497374"/>
                  <a:pt x="1625652" y="648768"/>
                </a:cubicBezTo>
                <a:cubicBezTo>
                  <a:pt x="1635034" y="705540"/>
                  <a:pt x="1667392" y="754373"/>
                  <a:pt x="1715112" y="791433"/>
                </a:cubicBezTo>
                <a:lnTo>
                  <a:pt x="1728511" y="799403"/>
                </a:lnTo>
                <a:lnTo>
                  <a:pt x="1608970" y="2443607"/>
                </a:lnTo>
                <a:lnTo>
                  <a:pt x="1608731" y="2443607"/>
                </a:lnTo>
                <a:lnTo>
                  <a:pt x="1608909" y="2444461"/>
                </a:lnTo>
                <a:lnTo>
                  <a:pt x="1606809" y="2473335"/>
                </a:lnTo>
                <a:lnTo>
                  <a:pt x="1614885" y="2473351"/>
                </a:lnTo>
                <a:lnTo>
                  <a:pt x="1760460" y="3176931"/>
                </a:lnTo>
                <a:cubicBezTo>
                  <a:pt x="1363839" y="3071567"/>
                  <a:pt x="842276" y="2829991"/>
                  <a:pt x="470005" y="2517620"/>
                </a:cubicBezTo>
                <a:close/>
                <a:moveTo>
                  <a:pt x="1703651" y="4144665"/>
                </a:moveTo>
                <a:cubicBezTo>
                  <a:pt x="1692426" y="4135382"/>
                  <a:pt x="1682479" y="4126471"/>
                  <a:pt x="1673433" y="4117764"/>
                </a:cubicBezTo>
                <a:cubicBezTo>
                  <a:pt x="1630012" y="4075967"/>
                  <a:pt x="1607344" y="4038835"/>
                  <a:pt x="1563711" y="3987474"/>
                </a:cubicBezTo>
                <a:cubicBezTo>
                  <a:pt x="1428119" y="3754817"/>
                  <a:pt x="1459551" y="3514918"/>
                  <a:pt x="1577437" y="3369529"/>
                </a:cubicBezTo>
                <a:cubicBezTo>
                  <a:pt x="1695323" y="3224139"/>
                  <a:pt x="1812160" y="3189516"/>
                  <a:pt x="1943877" y="3254126"/>
                </a:cubicBezTo>
                <a:cubicBezTo>
                  <a:pt x="2075594" y="3318736"/>
                  <a:pt x="2201944" y="3486346"/>
                  <a:pt x="2150195" y="3720844"/>
                </a:cubicBezTo>
                <a:cubicBezTo>
                  <a:pt x="2053054" y="4010881"/>
                  <a:pt x="2046121" y="3999957"/>
                  <a:pt x="2256634" y="4453092"/>
                </a:cubicBezTo>
                <a:cubicBezTo>
                  <a:pt x="1923422" y="4292924"/>
                  <a:pt x="1782225" y="4209649"/>
                  <a:pt x="1703651" y="41446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74" name="Oval 21">
            <a:extLst>
              <a:ext uri="{FF2B5EF4-FFF2-40B4-BE49-F238E27FC236}">
                <a16:creationId xmlns="" xmlns:a16="http://schemas.microsoft.com/office/drawing/2014/main" id="{7A53E0E9-E754-4A2A-8AC6-60E1EBD722C2}"/>
              </a:ext>
            </a:extLst>
          </p:cNvPr>
          <p:cNvSpPr>
            <a:spLocks noChangeAspect="1"/>
          </p:cNvSpPr>
          <p:nvPr/>
        </p:nvSpPr>
        <p:spPr>
          <a:xfrm>
            <a:off x="5181842" y="3344945"/>
            <a:ext cx="425281" cy="372728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75" name="Freeform: Shape 74">
            <a:extLst>
              <a:ext uri="{FF2B5EF4-FFF2-40B4-BE49-F238E27FC236}">
                <a16:creationId xmlns="" xmlns:a16="http://schemas.microsoft.com/office/drawing/2014/main" id="{2B102FE8-BA0E-4EB0-A64D-84549CB4AF46}"/>
              </a:ext>
            </a:extLst>
          </p:cNvPr>
          <p:cNvSpPr/>
          <p:nvPr/>
        </p:nvSpPr>
        <p:spPr>
          <a:xfrm rot="5400000">
            <a:off x="7642674" y="4398956"/>
            <a:ext cx="286823" cy="287246"/>
          </a:xfrm>
          <a:custGeom>
            <a:avLst/>
            <a:gdLst>
              <a:gd name="connsiteX0" fmla="*/ 42 w 721442"/>
              <a:gd name="connsiteY0" fmla="*/ 522852 h 722507"/>
              <a:gd name="connsiteX1" fmla="*/ 5857 w 721442"/>
              <a:gd name="connsiteY1" fmla="*/ 47329 h 722507"/>
              <a:gd name="connsiteX2" fmla="*/ 53185 w 721442"/>
              <a:gd name="connsiteY2" fmla="*/ 0 h 722507"/>
              <a:gd name="connsiteX3" fmla="*/ 102932 w 721442"/>
              <a:gd name="connsiteY3" fmla="*/ 0 h 722507"/>
              <a:gd name="connsiteX4" fmla="*/ 150260 w 721442"/>
              <a:gd name="connsiteY4" fmla="*/ 47329 h 722507"/>
              <a:gd name="connsiteX5" fmla="*/ 148891 w 721442"/>
              <a:gd name="connsiteY5" fmla="*/ 154199 h 722507"/>
              <a:gd name="connsiteX6" fmla="*/ 148407 w 721442"/>
              <a:gd name="connsiteY6" fmla="*/ 182723 h 722507"/>
              <a:gd name="connsiteX7" fmla="*/ 331751 w 721442"/>
              <a:gd name="connsiteY7" fmla="*/ 177508 h 722507"/>
              <a:gd name="connsiteX8" fmla="*/ 527686 w 721442"/>
              <a:gd name="connsiteY8" fmla="*/ 167574 h 722507"/>
              <a:gd name="connsiteX9" fmla="*/ 467883 w 721442"/>
              <a:gd name="connsiteY9" fmla="*/ 53046 h 722507"/>
              <a:gd name="connsiteX10" fmla="*/ 721421 w 721442"/>
              <a:gd name="connsiteY10" fmla="*/ 129085 h 722507"/>
              <a:gd name="connsiteX11" fmla="*/ 547357 w 721442"/>
              <a:gd name="connsiteY11" fmla="*/ 287593 h 722507"/>
              <a:gd name="connsiteX12" fmla="*/ 146593 w 721442"/>
              <a:gd name="connsiteY12" fmla="*/ 294469 h 722507"/>
              <a:gd name="connsiteX13" fmla="*/ 146309 w 721442"/>
              <a:gd name="connsiteY13" fmla="*/ 312824 h 722507"/>
              <a:gd name="connsiteX14" fmla="*/ 145796 w 721442"/>
              <a:gd name="connsiteY14" fmla="*/ 388895 h 722507"/>
              <a:gd name="connsiteX15" fmla="*/ 145887 w 721442"/>
              <a:gd name="connsiteY15" fmla="*/ 417641 h 722507"/>
              <a:gd name="connsiteX16" fmla="*/ 564076 w 721442"/>
              <a:gd name="connsiteY16" fmla="*/ 417641 h 722507"/>
              <a:gd name="connsiteX17" fmla="*/ 719692 w 721442"/>
              <a:gd name="connsiteY17" fmla="*/ 543229 h 722507"/>
              <a:gd name="connsiteX18" fmla="*/ 631765 w 721442"/>
              <a:gd name="connsiteY18" fmla="*/ 586638 h 722507"/>
              <a:gd name="connsiteX19" fmla="*/ 452578 w 721442"/>
              <a:gd name="connsiteY19" fmla="*/ 524866 h 722507"/>
              <a:gd name="connsiteX20" fmla="*/ 234716 w 721442"/>
              <a:gd name="connsiteY20" fmla="*/ 528410 h 722507"/>
              <a:gd name="connsiteX21" fmla="*/ 147934 w 721442"/>
              <a:gd name="connsiteY21" fmla="*/ 529997 h 722507"/>
              <a:gd name="connsiteX22" fmla="*/ 149842 w 721442"/>
              <a:gd name="connsiteY22" fmla="*/ 554392 h 722507"/>
              <a:gd name="connsiteX23" fmla="*/ 210351 w 721442"/>
              <a:gd name="connsiteY23" fmla="*/ 722507 h 722507"/>
              <a:gd name="connsiteX24" fmla="*/ 42 w 721442"/>
              <a:gd name="connsiteY24" fmla="*/ 522852 h 722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21442" h="722507">
                <a:moveTo>
                  <a:pt x="42" y="522852"/>
                </a:moveTo>
                <a:cubicBezTo>
                  <a:pt x="-605" y="350129"/>
                  <a:pt x="6503" y="220051"/>
                  <a:pt x="5857" y="47329"/>
                </a:cubicBezTo>
                <a:cubicBezTo>
                  <a:pt x="5857" y="21190"/>
                  <a:pt x="27046" y="0"/>
                  <a:pt x="53185" y="0"/>
                </a:cubicBezTo>
                <a:lnTo>
                  <a:pt x="102932" y="0"/>
                </a:lnTo>
                <a:cubicBezTo>
                  <a:pt x="129071" y="0"/>
                  <a:pt x="150260" y="21190"/>
                  <a:pt x="150260" y="47329"/>
                </a:cubicBezTo>
                <a:cubicBezTo>
                  <a:pt x="149853" y="88041"/>
                  <a:pt x="149377" y="122989"/>
                  <a:pt x="148891" y="154199"/>
                </a:cubicBezTo>
                <a:lnTo>
                  <a:pt x="148407" y="182723"/>
                </a:lnTo>
                <a:lnTo>
                  <a:pt x="331751" y="177508"/>
                </a:lnTo>
                <a:cubicBezTo>
                  <a:pt x="397063" y="175650"/>
                  <a:pt x="462374" y="173066"/>
                  <a:pt x="527686" y="167574"/>
                </a:cubicBezTo>
                <a:cubicBezTo>
                  <a:pt x="642817" y="145134"/>
                  <a:pt x="586782" y="11119"/>
                  <a:pt x="467883" y="53046"/>
                </a:cubicBezTo>
                <a:cubicBezTo>
                  <a:pt x="570547" y="-49115"/>
                  <a:pt x="723145" y="18126"/>
                  <a:pt x="721421" y="129085"/>
                </a:cubicBezTo>
                <a:cubicBezTo>
                  <a:pt x="720775" y="181200"/>
                  <a:pt x="734474" y="263637"/>
                  <a:pt x="547357" y="287593"/>
                </a:cubicBezTo>
                <a:lnTo>
                  <a:pt x="146593" y="294469"/>
                </a:lnTo>
                <a:lnTo>
                  <a:pt x="146309" y="312824"/>
                </a:lnTo>
                <a:cubicBezTo>
                  <a:pt x="146013" y="337190"/>
                  <a:pt x="145822" y="361872"/>
                  <a:pt x="145796" y="388895"/>
                </a:cubicBezTo>
                <a:lnTo>
                  <a:pt x="145887" y="417641"/>
                </a:lnTo>
                <a:lnTo>
                  <a:pt x="564076" y="417641"/>
                </a:lnTo>
                <a:cubicBezTo>
                  <a:pt x="676720" y="420465"/>
                  <a:pt x="718804" y="471343"/>
                  <a:pt x="719692" y="543229"/>
                </a:cubicBezTo>
                <a:cubicBezTo>
                  <a:pt x="721183" y="582376"/>
                  <a:pt x="690900" y="608290"/>
                  <a:pt x="631765" y="586638"/>
                </a:cubicBezTo>
                <a:cubicBezTo>
                  <a:pt x="553530" y="556303"/>
                  <a:pt x="540205" y="522675"/>
                  <a:pt x="452578" y="524866"/>
                </a:cubicBezTo>
                <a:cubicBezTo>
                  <a:pt x="380525" y="525785"/>
                  <a:pt x="322260" y="526811"/>
                  <a:pt x="234716" y="528410"/>
                </a:cubicBezTo>
                <a:lnTo>
                  <a:pt x="147934" y="529997"/>
                </a:lnTo>
                <a:lnTo>
                  <a:pt x="149842" y="554392"/>
                </a:lnTo>
                <a:cubicBezTo>
                  <a:pt x="166488" y="646104"/>
                  <a:pt x="240698" y="721838"/>
                  <a:pt x="210351" y="722507"/>
                </a:cubicBezTo>
                <a:cubicBezTo>
                  <a:pt x="126033" y="702477"/>
                  <a:pt x="1009" y="637864"/>
                  <a:pt x="42" y="5228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76" name="Frame 1">
            <a:extLst>
              <a:ext uri="{FF2B5EF4-FFF2-40B4-BE49-F238E27FC236}">
                <a16:creationId xmlns="" xmlns:a16="http://schemas.microsoft.com/office/drawing/2014/main" id="{2873BB4A-2BC0-4838-933B-88BDAD00D332}"/>
              </a:ext>
            </a:extLst>
          </p:cNvPr>
          <p:cNvSpPr/>
          <p:nvPr/>
        </p:nvSpPr>
        <p:spPr>
          <a:xfrm>
            <a:off x="6672946" y="3310564"/>
            <a:ext cx="298742" cy="403639"/>
          </a:xfrm>
          <a:custGeom>
            <a:avLst/>
            <a:gdLst/>
            <a:ahLst/>
            <a:cxnLst/>
            <a:rect l="l" t="t" r="r" b="b"/>
            <a:pathLst>
              <a:path w="2823581" h="3962432">
                <a:moveTo>
                  <a:pt x="1366785" y="3230945"/>
                </a:moveTo>
                <a:cubicBezTo>
                  <a:pt x="1292218" y="3230945"/>
                  <a:pt x="1231770" y="3291393"/>
                  <a:pt x="1231770" y="3365960"/>
                </a:cubicBezTo>
                <a:cubicBezTo>
                  <a:pt x="1231770" y="3440527"/>
                  <a:pt x="1292218" y="3500975"/>
                  <a:pt x="1366785" y="3500975"/>
                </a:cubicBezTo>
                <a:cubicBezTo>
                  <a:pt x="1441352" y="3500975"/>
                  <a:pt x="1501800" y="3440527"/>
                  <a:pt x="1501800" y="3365960"/>
                </a:cubicBezTo>
                <a:cubicBezTo>
                  <a:pt x="1501800" y="3291393"/>
                  <a:pt x="1441352" y="3230945"/>
                  <a:pt x="1366785" y="3230945"/>
                </a:cubicBezTo>
                <a:close/>
                <a:moveTo>
                  <a:pt x="1699205" y="3185940"/>
                </a:moveTo>
                <a:cubicBezTo>
                  <a:pt x="1674349" y="3185940"/>
                  <a:pt x="1654200" y="3206089"/>
                  <a:pt x="1654200" y="3230945"/>
                </a:cubicBezTo>
                <a:cubicBezTo>
                  <a:pt x="1654200" y="3255801"/>
                  <a:pt x="1674349" y="3275950"/>
                  <a:pt x="1699205" y="3275950"/>
                </a:cubicBezTo>
                <a:cubicBezTo>
                  <a:pt x="1724061" y="3275950"/>
                  <a:pt x="1744210" y="3255801"/>
                  <a:pt x="1744210" y="3230945"/>
                </a:cubicBezTo>
                <a:cubicBezTo>
                  <a:pt x="1744210" y="3206089"/>
                  <a:pt x="1724061" y="3185940"/>
                  <a:pt x="1699205" y="3185940"/>
                </a:cubicBezTo>
                <a:close/>
                <a:moveTo>
                  <a:pt x="1501800" y="2830204"/>
                </a:moveTo>
                <a:cubicBezTo>
                  <a:pt x="1452089" y="2830204"/>
                  <a:pt x="1411790" y="2870503"/>
                  <a:pt x="1411790" y="2920214"/>
                </a:cubicBezTo>
                <a:cubicBezTo>
                  <a:pt x="1411790" y="2969925"/>
                  <a:pt x="1452089" y="3010224"/>
                  <a:pt x="1501800" y="3010224"/>
                </a:cubicBezTo>
                <a:cubicBezTo>
                  <a:pt x="1551511" y="3010224"/>
                  <a:pt x="1591810" y="2969925"/>
                  <a:pt x="1591810" y="2920214"/>
                </a:cubicBezTo>
                <a:cubicBezTo>
                  <a:pt x="1591810" y="2870503"/>
                  <a:pt x="1551511" y="2830204"/>
                  <a:pt x="1501800" y="2830204"/>
                </a:cubicBezTo>
                <a:close/>
                <a:moveTo>
                  <a:pt x="322536" y="2413264"/>
                </a:moveTo>
                <a:lnTo>
                  <a:pt x="1264147" y="2413264"/>
                </a:lnTo>
                <a:lnTo>
                  <a:pt x="682536" y="3458376"/>
                </a:lnTo>
                <a:lnTo>
                  <a:pt x="898974" y="3458376"/>
                </a:lnTo>
                <a:lnTo>
                  <a:pt x="1480585" y="2413264"/>
                </a:lnTo>
                <a:lnTo>
                  <a:pt x="1978720" y="2413264"/>
                </a:lnTo>
                <a:lnTo>
                  <a:pt x="1978720" y="3628270"/>
                </a:lnTo>
                <a:lnTo>
                  <a:pt x="322536" y="3628270"/>
                </a:lnTo>
                <a:close/>
                <a:moveTo>
                  <a:pt x="322536" y="2153598"/>
                </a:moveTo>
                <a:lnTo>
                  <a:pt x="682536" y="2153598"/>
                </a:lnTo>
                <a:lnTo>
                  <a:pt x="682536" y="2261598"/>
                </a:lnTo>
                <a:lnTo>
                  <a:pt x="322536" y="2261598"/>
                </a:lnTo>
                <a:close/>
                <a:moveTo>
                  <a:pt x="322536" y="1870494"/>
                </a:moveTo>
                <a:lnTo>
                  <a:pt x="826536" y="1870494"/>
                </a:lnTo>
                <a:lnTo>
                  <a:pt x="826536" y="1978494"/>
                </a:lnTo>
                <a:lnTo>
                  <a:pt x="322536" y="1978494"/>
                </a:lnTo>
                <a:close/>
                <a:moveTo>
                  <a:pt x="322536" y="1587391"/>
                </a:moveTo>
                <a:lnTo>
                  <a:pt x="682536" y="1587391"/>
                </a:lnTo>
                <a:lnTo>
                  <a:pt x="682536" y="1695391"/>
                </a:lnTo>
                <a:lnTo>
                  <a:pt x="322536" y="1695391"/>
                </a:lnTo>
                <a:close/>
                <a:moveTo>
                  <a:pt x="322536" y="1304288"/>
                </a:moveTo>
                <a:lnTo>
                  <a:pt x="826536" y="1304288"/>
                </a:lnTo>
                <a:lnTo>
                  <a:pt x="826536" y="1412288"/>
                </a:lnTo>
                <a:lnTo>
                  <a:pt x="322536" y="1412288"/>
                </a:lnTo>
                <a:close/>
                <a:moveTo>
                  <a:pt x="1733633" y="1039034"/>
                </a:moveTo>
                <a:lnTo>
                  <a:pt x="1735422" y="1042133"/>
                </a:lnTo>
                <a:lnTo>
                  <a:pt x="176045" y="1042133"/>
                </a:lnTo>
                <a:lnTo>
                  <a:pt x="176045" y="3786387"/>
                </a:lnTo>
                <a:lnTo>
                  <a:pt x="2128211" y="3786387"/>
                </a:lnTo>
                <a:lnTo>
                  <a:pt x="2128211" y="1722464"/>
                </a:lnTo>
                <a:lnTo>
                  <a:pt x="2131710" y="1728524"/>
                </a:lnTo>
                <a:lnTo>
                  <a:pt x="2527059" y="1040609"/>
                </a:lnTo>
                <a:lnTo>
                  <a:pt x="2244788" y="1040049"/>
                </a:lnTo>
                <a:lnTo>
                  <a:pt x="1480585" y="2413264"/>
                </a:lnTo>
                <a:lnTo>
                  <a:pt x="1264147" y="2413264"/>
                </a:lnTo>
                <a:lnTo>
                  <a:pt x="2028589" y="1039620"/>
                </a:lnTo>
                <a:close/>
                <a:moveTo>
                  <a:pt x="2607143" y="0"/>
                </a:moveTo>
                <a:lnTo>
                  <a:pt x="2823581" y="0"/>
                </a:lnTo>
                <a:lnTo>
                  <a:pt x="2342071" y="865238"/>
                </a:lnTo>
                <a:lnTo>
                  <a:pt x="2823581" y="866194"/>
                </a:lnTo>
                <a:lnTo>
                  <a:pt x="2304256" y="1769829"/>
                </a:lnTo>
                <a:lnTo>
                  <a:pt x="2304256" y="3962432"/>
                </a:lnTo>
                <a:lnTo>
                  <a:pt x="0" y="3962432"/>
                </a:lnTo>
                <a:lnTo>
                  <a:pt x="0" y="866088"/>
                </a:lnTo>
                <a:lnTo>
                  <a:pt x="1767662" y="866088"/>
                </a:lnTo>
                <a:lnTo>
                  <a:pt x="1766512" y="864096"/>
                </a:lnTo>
                <a:lnTo>
                  <a:pt x="2125872" y="86480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F3669D6A-C0BA-4170-A95C-5ADED6B3A867}"/>
              </a:ext>
            </a:extLst>
          </p:cNvPr>
          <p:cNvSpPr txBox="1"/>
          <p:nvPr/>
        </p:nvSpPr>
        <p:spPr>
          <a:xfrm>
            <a:off x="7746438" y="1249370"/>
            <a:ext cx="476478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Bradley Hand ITC" pitchFamily="66" charset="0"/>
              </a:rPr>
              <a:t>Excelling in the area of </a:t>
            </a:r>
            <a:endParaRPr lang="en-IN" sz="2600" b="1" dirty="0" smtClean="0">
              <a:latin typeface="Bradley Hand ITC" pitchFamily="66" charset="0"/>
            </a:endParaRPr>
          </a:p>
          <a:p>
            <a:r>
              <a:rPr lang="en-IN" sz="2600" b="1" dirty="0" smtClean="0">
                <a:latin typeface="Bradley Hand ITC" pitchFamily="66" charset="0"/>
              </a:rPr>
              <a:t>expertise</a:t>
            </a:r>
            <a:r>
              <a:rPr lang="en-IN" sz="2600" b="1" dirty="0">
                <a:latin typeface="Bradley Hand ITC" pitchFamily="66" charset="0"/>
              </a:rPr>
              <a:t>. </a:t>
            </a:r>
            <a:endParaRPr lang="en-IN" sz="2600" b="1" dirty="0" smtClean="0">
              <a:latin typeface="Bradley Hand ITC" pitchFamily="66" charset="0"/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IN" sz="2600" b="1" dirty="0" smtClean="0">
                <a:latin typeface="Bradley Hand ITC" pitchFamily="66" charset="0"/>
              </a:rPr>
              <a:t>MOOCS-1550(Faculty)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IN" sz="2600" b="1" dirty="0" err="1" smtClean="0">
                <a:latin typeface="Bradley Hand ITC" pitchFamily="66" charset="0"/>
              </a:rPr>
              <a:t>Coursera</a:t>
            </a:r>
            <a:r>
              <a:rPr lang="en-IN" sz="2600" b="1" dirty="0" smtClean="0">
                <a:latin typeface="Bradley Hand ITC" pitchFamily="66" charset="0"/>
              </a:rPr>
              <a:t>, NPTEL(12000+ courses)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IN" sz="2600" b="1" dirty="0" smtClean="0">
                <a:latin typeface="Bradley Hand ITC" pitchFamily="66" charset="0"/>
              </a:rPr>
              <a:t>FDPs, Workshops(1000+)</a:t>
            </a:r>
          </a:p>
          <a:p>
            <a:endParaRPr lang="en-IN" sz="2600" b="1" dirty="0" smtClean="0">
              <a:latin typeface="Bradley Hand ITC" pitchFamily="66" charset="0"/>
            </a:endParaRPr>
          </a:p>
          <a:p>
            <a:endParaRPr lang="en-IN" sz="2600" b="1" dirty="0">
              <a:latin typeface="Bradley Hand ITC" pitchFamily="66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="" xmlns:a16="http://schemas.microsoft.com/office/drawing/2014/main" id="{81C42820-AD5C-4D83-A164-79FEC6437A00}"/>
              </a:ext>
            </a:extLst>
          </p:cNvPr>
          <p:cNvSpPr txBox="1"/>
          <p:nvPr/>
        </p:nvSpPr>
        <p:spPr>
          <a:xfrm>
            <a:off x="393782" y="1463903"/>
            <a:ext cx="41409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Bradley Hand ITC" pitchFamily="66" charset="0"/>
              </a:rPr>
              <a:t>Continuous improvement in Students’ </a:t>
            </a:r>
            <a:r>
              <a:rPr lang="en-IN" sz="2600" b="1" dirty="0" smtClean="0">
                <a:latin typeface="Bradley Hand ITC" pitchFamily="66" charset="0"/>
              </a:rPr>
              <a:t>performance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IN" sz="2600" b="1" dirty="0" smtClean="0">
                <a:latin typeface="Bradley Hand ITC" pitchFamily="66" charset="0"/>
              </a:rPr>
              <a:t>MOOCS- 8726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IN" sz="2600" b="1" dirty="0">
                <a:latin typeface="Bradley Hand ITC" pitchFamily="66" charset="0"/>
              </a:rPr>
              <a:t>Webinars </a:t>
            </a:r>
            <a:r>
              <a:rPr lang="en-IN" sz="2600" b="1" dirty="0" smtClean="0">
                <a:latin typeface="Bradley Hand ITC" pitchFamily="66" charset="0"/>
              </a:rPr>
              <a:t>– 3327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IN" sz="2600" b="1" dirty="0">
                <a:latin typeface="Bradley Hand ITC" pitchFamily="66" charset="0"/>
              </a:rPr>
              <a:t>Online Assessments</a:t>
            </a:r>
          </a:p>
          <a:p>
            <a:pPr marL="457200" indent="-457200">
              <a:buFont typeface="Wingdings" pitchFamily="2" charset="2"/>
              <a:buChar char="ü"/>
            </a:pPr>
            <a:endParaRPr lang="en-IN" sz="2600" b="1" dirty="0">
              <a:latin typeface="Bradley Hand ITC" pitchFamily="66" charset="0"/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IN" sz="2600" b="1" dirty="0" smtClean="0">
              <a:latin typeface="Bradley Hand ITC" pitchFamily="66" charset="0"/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IN" sz="2600" b="1" dirty="0" smtClean="0">
              <a:latin typeface="Bradley Hand ITC" pitchFamily="66" charset="0"/>
            </a:endParaRPr>
          </a:p>
          <a:p>
            <a:endParaRPr lang="en-IN" sz="2600" b="1" dirty="0">
              <a:latin typeface="Bradley Hand ITC" pitchFamily="66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3D07816-B54F-4C52-A420-B8A08E99C030}"/>
              </a:ext>
            </a:extLst>
          </p:cNvPr>
          <p:cNvSpPr txBox="1"/>
          <p:nvPr/>
        </p:nvSpPr>
        <p:spPr>
          <a:xfrm>
            <a:off x="2944346" y="4685991"/>
            <a:ext cx="72237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Bradley Hand ITC" pitchFamily="66" charset="0"/>
              </a:rPr>
              <a:t>Making things better for </a:t>
            </a:r>
            <a:r>
              <a:rPr lang="en-IN" sz="2600" b="1" dirty="0" smtClean="0">
                <a:latin typeface="Bradley Hand ITC" pitchFamily="66" charset="0"/>
              </a:rPr>
              <a:t>ourselves</a:t>
            </a:r>
            <a:r>
              <a:rPr lang="en-IN" sz="2600" b="1" dirty="0">
                <a:latin typeface="Bradley Hand ITC" pitchFamily="66" charset="0"/>
              </a:rPr>
              <a:t> </a:t>
            </a:r>
            <a:r>
              <a:rPr lang="en-IN" sz="2600" b="1" dirty="0" smtClean="0">
                <a:latin typeface="Bradley Hand ITC" pitchFamily="66" charset="0"/>
              </a:rPr>
              <a:t>-  </a:t>
            </a:r>
            <a:r>
              <a:rPr lang="en-IN" sz="2600" b="1" dirty="0">
                <a:latin typeface="Bradley Hand ITC" pitchFamily="66" charset="0"/>
              </a:rPr>
              <a:t>CFTIE, TOOLS &amp; Platforms(</a:t>
            </a:r>
            <a:r>
              <a:rPr lang="en-IN" sz="2600" b="1" dirty="0" err="1">
                <a:latin typeface="Bradley Hand ITC" pitchFamily="66" charset="0"/>
              </a:rPr>
              <a:t>TEDx</a:t>
            </a:r>
            <a:r>
              <a:rPr lang="en-IN" sz="2600" b="1" dirty="0">
                <a:latin typeface="Bradley Hand ITC" pitchFamily="66" charset="0"/>
              </a:rPr>
              <a:t>, Community radio)</a:t>
            </a:r>
            <a:endParaRPr lang="ko-KR" altLang="en-US" sz="2600" b="1" dirty="0">
              <a:cs typeface="Arial" pitchFamily="34" charset="0"/>
            </a:endParaRPr>
          </a:p>
        </p:txBody>
      </p:sp>
      <p:sp>
        <p:nvSpPr>
          <p:cNvPr id="94" name="Text Placeholder 93">
            <a:extLst>
              <a:ext uri="{FF2B5EF4-FFF2-40B4-BE49-F238E27FC236}">
                <a16:creationId xmlns="" xmlns:a16="http://schemas.microsoft.com/office/drawing/2014/main" id="{42B914B6-8267-471E-9E56-DD7F4CC1F2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>
                <a:latin typeface="Tempus Sans ITC" pitchFamily="82" charset="0"/>
              </a:rPr>
              <a:t>FOCUSSING…</a:t>
            </a:r>
            <a:endParaRPr lang="en-US" b="1" dirty="0">
              <a:latin typeface="Tempus Sans ITC" pitchFamily="82" charset="0"/>
            </a:endParaRPr>
          </a:p>
        </p:txBody>
      </p:sp>
      <p:pic>
        <p:nvPicPr>
          <p:cNvPr id="1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63" y="98669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xmlns="" id="{93CE7D33-36E7-4666-9F7A-B3B94E0F80FF}"/>
              </a:ext>
            </a:extLst>
          </p:cNvPr>
          <p:cNvGrpSpPr/>
          <p:nvPr/>
        </p:nvGrpSpPr>
        <p:grpSpPr>
          <a:xfrm>
            <a:off x="4752920" y="1469495"/>
            <a:ext cx="2890811" cy="2268655"/>
            <a:chOff x="668085" y="2077401"/>
            <a:chExt cx="4701308" cy="3689499"/>
          </a:xfrm>
        </p:grpSpPr>
        <p:sp>
          <p:nvSpPr>
            <p:cNvPr id="90" name="Freeform: Shape 84">
              <a:extLst>
                <a:ext uri="{FF2B5EF4-FFF2-40B4-BE49-F238E27FC236}">
                  <a16:creationId xmlns:a16="http://schemas.microsoft.com/office/drawing/2014/main" xmlns="" id="{7EB36038-A30A-4DC9-961B-5930EFE4F124}"/>
                </a:ext>
              </a:extLst>
            </p:cNvPr>
            <p:cNvSpPr/>
            <p:nvPr/>
          </p:nvSpPr>
          <p:spPr>
            <a:xfrm>
              <a:off x="1359982" y="2656301"/>
              <a:ext cx="2595962" cy="1801149"/>
            </a:xfrm>
            <a:custGeom>
              <a:avLst/>
              <a:gdLst>
                <a:gd name="connsiteX0" fmla="*/ 3863340 w 3857625"/>
                <a:gd name="connsiteY0" fmla="*/ 153352 h 2676525"/>
                <a:gd name="connsiteX1" fmla="*/ 3707130 w 3857625"/>
                <a:gd name="connsiteY1" fmla="*/ 0 h 2676525"/>
                <a:gd name="connsiteX2" fmla="*/ 1952625 w 3857625"/>
                <a:gd name="connsiteY2" fmla="*/ 952 h 2676525"/>
                <a:gd name="connsiteX3" fmla="*/ 156210 w 3857625"/>
                <a:gd name="connsiteY3" fmla="*/ 0 h 2676525"/>
                <a:gd name="connsiteX4" fmla="*/ 0 w 3857625"/>
                <a:gd name="connsiteY4" fmla="*/ 153352 h 2676525"/>
                <a:gd name="connsiteX5" fmla="*/ 0 w 3857625"/>
                <a:gd name="connsiteY5" fmla="*/ 2525078 h 2676525"/>
                <a:gd name="connsiteX6" fmla="*/ 156210 w 3857625"/>
                <a:gd name="connsiteY6" fmla="*/ 2680335 h 2676525"/>
                <a:gd name="connsiteX7" fmla="*/ 2029778 w 3857625"/>
                <a:gd name="connsiteY7" fmla="*/ 2680335 h 2676525"/>
                <a:gd name="connsiteX8" fmla="*/ 2029778 w 3857625"/>
                <a:gd name="connsiteY8" fmla="*/ 2680335 h 2676525"/>
                <a:gd name="connsiteX9" fmla="*/ 3708083 w 3857625"/>
                <a:gd name="connsiteY9" fmla="*/ 2680335 h 2676525"/>
                <a:gd name="connsiteX10" fmla="*/ 3864293 w 3857625"/>
                <a:gd name="connsiteY10" fmla="*/ 2525078 h 2676525"/>
                <a:gd name="connsiteX11" fmla="*/ 3863340 w 3857625"/>
                <a:gd name="connsiteY11" fmla="*/ 153352 h 2676525"/>
                <a:gd name="connsiteX12" fmla="*/ 3618548 w 3857625"/>
                <a:gd name="connsiteY12" fmla="*/ 2458403 h 2676525"/>
                <a:gd name="connsiteX13" fmla="*/ 2455545 w 3857625"/>
                <a:gd name="connsiteY13" fmla="*/ 2458403 h 2676525"/>
                <a:gd name="connsiteX14" fmla="*/ 2455545 w 3857625"/>
                <a:gd name="connsiteY14" fmla="*/ 2458403 h 2676525"/>
                <a:gd name="connsiteX15" fmla="*/ 244792 w 3857625"/>
                <a:gd name="connsiteY15" fmla="*/ 2458403 h 2676525"/>
                <a:gd name="connsiteX16" fmla="*/ 143827 w 3857625"/>
                <a:gd name="connsiteY16" fmla="*/ 2355533 h 2676525"/>
                <a:gd name="connsiteX17" fmla="*/ 143827 w 3857625"/>
                <a:gd name="connsiteY17" fmla="*/ 345757 h 2676525"/>
                <a:gd name="connsiteX18" fmla="*/ 237172 w 3857625"/>
                <a:gd name="connsiteY18" fmla="*/ 249555 h 2676525"/>
                <a:gd name="connsiteX19" fmla="*/ 1890713 w 3857625"/>
                <a:gd name="connsiteY19" fmla="*/ 249555 h 2676525"/>
                <a:gd name="connsiteX20" fmla="*/ 1890713 w 3857625"/>
                <a:gd name="connsiteY20" fmla="*/ 249555 h 2676525"/>
                <a:gd name="connsiteX21" fmla="*/ 3626168 w 3857625"/>
                <a:gd name="connsiteY21" fmla="*/ 249555 h 2676525"/>
                <a:gd name="connsiteX22" fmla="*/ 3719513 w 3857625"/>
                <a:gd name="connsiteY22" fmla="*/ 345757 h 2676525"/>
                <a:gd name="connsiteX23" fmla="*/ 3719513 w 3857625"/>
                <a:gd name="connsiteY23" fmla="*/ 2355533 h 2676525"/>
                <a:gd name="connsiteX24" fmla="*/ 3618548 w 3857625"/>
                <a:gd name="connsiteY24" fmla="*/ 2458403 h 267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57625" h="2676525">
                  <a:moveTo>
                    <a:pt x="3863340" y="153352"/>
                  </a:moveTo>
                  <a:cubicBezTo>
                    <a:pt x="3863340" y="49530"/>
                    <a:pt x="3811905" y="0"/>
                    <a:pt x="3707130" y="0"/>
                  </a:cubicBezTo>
                  <a:cubicBezTo>
                    <a:pt x="3122295" y="0"/>
                    <a:pt x="2537460" y="0"/>
                    <a:pt x="1952625" y="952"/>
                  </a:cubicBezTo>
                  <a:cubicBezTo>
                    <a:pt x="1353503" y="0"/>
                    <a:pt x="755333" y="0"/>
                    <a:pt x="156210" y="0"/>
                  </a:cubicBezTo>
                  <a:cubicBezTo>
                    <a:pt x="51435" y="0"/>
                    <a:pt x="0" y="49530"/>
                    <a:pt x="0" y="153352"/>
                  </a:cubicBezTo>
                  <a:cubicBezTo>
                    <a:pt x="0" y="943927"/>
                    <a:pt x="0" y="1734502"/>
                    <a:pt x="0" y="2525078"/>
                  </a:cubicBezTo>
                  <a:cubicBezTo>
                    <a:pt x="0" y="2627948"/>
                    <a:pt x="53340" y="2680335"/>
                    <a:pt x="156210" y="2680335"/>
                  </a:cubicBezTo>
                  <a:cubicBezTo>
                    <a:pt x="781050" y="2680335"/>
                    <a:pt x="1404938" y="2680335"/>
                    <a:pt x="2029778" y="2680335"/>
                  </a:cubicBezTo>
                  <a:cubicBezTo>
                    <a:pt x="2029778" y="2680335"/>
                    <a:pt x="2029778" y="2680335"/>
                    <a:pt x="2029778" y="2680335"/>
                  </a:cubicBezTo>
                  <a:cubicBezTo>
                    <a:pt x="2588895" y="2680335"/>
                    <a:pt x="3148965" y="2680335"/>
                    <a:pt x="3708083" y="2680335"/>
                  </a:cubicBezTo>
                  <a:cubicBezTo>
                    <a:pt x="3810953" y="2680335"/>
                    <a:pt x="3864293" y="2627948"/>
                    <a:pt x="3864293" y="2525078"/>
                  </a:cubicBezTo>
                  <a:cubicBezTo>
                    <a:pt x="3864293" y="1733550"/>
                    <a:pt x="3864293" y="943927"/>
                    <a:pt x="3863340" y="153352"/>
                  </a:cubicBezTo>
                  <a:close/>
                  <a:moveTo>
                    <a:pt x="3618548" y="2458403"/>
                  </a:moveTo>
                  <a:cubicBezTo>
                    <a:pt x="3230880" y="2458403"/>
                    <a:pt x="2843213" y="2458403"/>
                    <a:pt x="2455545" y="2458403"/>
                  </a:cubicBezTo>
                  <a:lnTo>
                    <a:pt x="2455545" y="2458403"/>
                  </a:lnTo>
                  <a:cubicBezTo>
                    <a:pt x="1718310" y="2458403"/>
                    <a:pt x="982028" y="2458403"/>
                    <a:pt x="244792" y="2458403"/>
                  </a:cubicBezTo>
                  <a:cubicBezTo>
                    <a:pt x="158115" y="2458403"/>
                    <a:pt x="143827" y="2444115"/>
                    <a:pt x="143827" y="2355533"/>
                  </a:cubicBezTo>
                  <a:cubicBezTo>
                    <a:pt x="143827" y="1685925"/>
                    <a:pt x="143827" y="1016318"/>
                    <a:pt x="143827" y="345757"/>
                  </a:cubicBezTo>
                  <a:cubicBezTo>
                    <a:pt x="143827" y="265747"/>
                    <a:pt x="159067" y="249555"/>
                    <a:pt x="237172" y="249555"/>
                  </a:cubicBezTo>
                  <a:cubicBezTo>
                    <a:pt x="788670" y="249555"/>
                    <a:pt x="1339215" y="249555"/>
                    <a:pt x="1890713" y="249555"/>
                  </a:cubicBezTo>
                  <a:cubicBezTo>
                    <a:pt x="1890713" y="249555"/>
                    <a:pt x="1890713" y="249555"/>
                    <a:pt x="1890713" y="249555"/>
                  </a:cubicBezTo>
                  <a:cubicBezTo>
                    <a:pt x="2468880" y="249555"/>
                    <a:pt x="3047048" y="249555"/>
                    <a:pt x="3626168" y="249555"/>
                  </a:cubicBezTo>
                  <a:cubicBezTo>
                    <a:pt x="3704273" y="249555"/>
                    <a:pt x="3719513" y="265747"/>
                    <a:pt x="3719513" y="345757"/>
                  </a:cubicBezTo>
                  <a:cubicBezTo>
                    <a:pt x="3719513" y="1015365"/>
                    <a:pt x="3719513" y="1684973"/>
                    <a:pt x="3719513" y="2355533"/>
                  </a:cubicBezTo>
                  <a:cubicBezTo>
                    <a:pt x="3719513" y="2444115"/>
                    <a:pt x="3705225" y="2458403"/>
                    <a:pt x="3618548" y="2458403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xmlns="" id="{FE90C4B2-513C-458B-A35A-49C59120BB9F}"/>
                </a:ext>
              </a:extLst>
            </p:cNvPr>
            <p:cNvGrpSpPr/>
            <p:nvPr/>
          </p:nvGrpSpPr>
          <p:grpSpPr>
            <a:xfrm>
              <a:off x="2042984" y="2974608"/>
              <a:ext cx="1275678" cy="1121578"/>
              <a:chOff x="3983887" y="4061275"/>
              <a:chExt cx="2122406" cy="1866023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xmlns="" id="{386E604C-6167-45FB-B6A9-B8409D9D13D7}"/>
                  </a:ext>
                </a:extLst>
              </p:cNvPr>
              <p:cNvGrpSpPr/>
              <p:nvPr/>
            </p:nvGrpSpPr>
            <p:grpSpPr>
              <a:xfrm>
                <a:off x="3983887" y="5358975"/>
                <a:ext cx="2049157" cy="568323"/>
                <a:chOff x="3622676" y="3492499"/>
                <a:chExt cx="2575763" cy="714375"/>
              </a:xfr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Freeform 15">
                  <a:extLst>
                    <a:ext uri="{FF2B5EF4-FFF2-40B4-BE49-F238E27FC236}">
                      <a16:creationId xmlns:a16="http://schemas.microsoft.com/office/drawing/2014/main" xmlns="" id="{BF816798-D5F9-4248-95B5-F24052B787C4}"/>
                    </a:ext>
                  </a:extLst>
                </p:cNvPr>
                <p:cNvSpPr/>
                <p:nvPr/>
              </p:nvSpPr>
              <p:spPr>
                <a:xfrm>
                  <a:off x="3622676" y="3492499"/>
                  <a:ext cx="2575763" cy="714375"/>
                </a:xfrm>
                <a:custGeom>
                  <a:avLst/>
                  <a:gdLst>
                    <a:gd name="connsiteX0" fmla="*/ 190500 w 2559050"/>
                    <a:gd name="connsiteY0" fmla="*/ 0 h 698500"/>
                    <a:gd name="connsiteX1" fmla="*/ 0 w 2559050"/>
                    <a:gd name="connsiteY1" fmla="*/ 152400 h 698500"/>
                    <a:gd name="connsiteX2" fmla="*/ 6350 w 2559050"/>
                    <a:gd name="connsiteY2" fmla="*/ 215900 h 698500"/>
                    <a:gd name="connsiteX3" fmla="*/ 2501900 w 2559050"/>
                    <a:gd name="connsiteY3" fmla="*/ 241300 h 698500"/>
                    <a:gd name="connsiteX4" fmla="*/ 2470150 w 2559050"/>
                    <a:gd name="connsiteY4" fmla="*/ 552450 h 698500"/>
                    <a:gd name="connsiteX5" fmla="*/ 76200 w 2559050"/>
                    <a:gd name="connsiteY5" fmla="*/ 565150 h 698500"/>
                    <a:gd name="connsiteX6" fmla="*/ 101600 w 2559050"/>
                    <a:gd name="connsiteY6" fmla="*/ 520700 h 698500"/>
                    <a:gd name="connsiteX7" fmla="*/ 6350 w 2559050"/>
                    <a:gd name="connsiteY7" fmla="*/ 577850 h 698500"/>
                    <a:gd name="connsiteX8" fmla="*/ 44450 w 2559050"/>
                    <a:gd name="connsiteY8" fmla="*/ 666750 h 698500"/>
                    <a:gd name="connsiteX9" fmla="*/ 2400300 w 2559050"/>
                    <a:gd name="connsiteY9" fmla="*/ 692150 h 698500"/>
                    <a:gd name="connsiteX10" fmla="*/ 2432050 w 2559050"/>
                    <a:gd name="connsiteY10" fmla="*/ 666750 h 698500"/>
                    <a:gd name="connsiteX11" fmla="*/ 2501900 w 2559050"/>
                    <a:gd name="connsiteY11" fmla="*/ 698500 h 698500"/>
                    <a:gd name="connsiteX12" fmla="*/ 2552700 w 2559050"/>
                    <a:gd name="connsiteY12" fmla="*/ 685800 h 698500"/>
                    <a:gd name="connsiteX13" fmla="*/ 2559050 w 2559050"/>
                    <a:gd name="connsiteY13" fmla="*/ 158750 h 698500"/>
                    <a:gd name="connsiteX14" fmla="*/ 2476500 w 2559050"/>
                    <a:gd name="connsiteY14" fmla="*/ 95250 h 698500"/>
                    <a:gd name="connsiteX15" fmla="*/ 520700 w 2559050"/>
                    <a:gd name="connsiteY15" fmla="*/ 184150 h 698500"/>
                    <a:gd name="connsiteX16" fmla="*/ 190500 w 2559050"/>
                    <a:gd name="connsiteY16" fmla="*/ 0 h 698500"/>
                    <a:gd name="connsiteX0" fmla="*/ 190500 w 2559050"/>
                    <a:gd name="connsiteY0" fmla="*/ 0 h 698500"/>
                    <a:gd name="connsiteX1" fmla="*/ 0 w 2559050"/>
                    <a:gd name="connsiteY1" fmla="*/ 152400 h 698500"/>
                    <a:gd name="connsiteX2" fmla="*/ 19050 w 2559050"/>
                    <a:gd name="connsiteY2" fmla="*/ 241300 h 698500"/>
                    <a:gd name="connsiteX3" fmla="*/ 2501900 w 2559050"/>
                    <a:gd name="connsiteY3" fmla="*/ 241300 h 698500"/>
                    <a:gd name="connsiteX4" fmla="*/ 2470150 w 2559050"/>
                    <a:gd name="connsiteY4" fmla="*/ 552450 h 698500"/>
                    <a:gd name="connsiteX5" fmla="*/ 76200 w 2559050"/>
                    <a:gd name="connsiteY5" fmla="*/ 565150 h 698500"/>
                    <a:gd name="connsiteX6" fmla="*/ 101600 w 2559050"/>
                    <a:gd name="connsiteY6" fmla="*/ 520700 h 698500"/>
                    <a:gd name="connsiteX7" fmla="*/ 6350 w 2559050"/>
                    <a:gd name="connsiteY7" fmla="*/ 577850 h 698500"/>
                    <a:gd name="connsiteX8" fmla="*/ 44450 w 2559050"/>
                    <a:gd name="connsiteY8" fmla="*/ 666750 h 698500"/>
                    <a:gd name="connsiteX9" fmla="*/ 2400300 w 2559050"/>
                    <a:gd name="connsiteY9" fmla="*/ 692150 h 698500"/>
                    <a:gd name="connsiteX10" fmla="*/ 2432050 w 2559050"/>
                    <a:gd name="connsiteY10" fmla="*/ 666750 h 698500"/>
                    <a:gd name="connsiteX11" fmla="*/ 2501900 w 2559050"/>
                    <a:gd name="connsiteY11" fmla="*/ 698500 h 698500"/>
                    <a:gd name="connsiteX12" fmla="*/ 2552700 w 2559050"/>
                    <a:gd name="connsiteY12" fmla="*/ 685800 h 698500"/>
                    <a:gd name="connsiteX13" fmla="*/ 2559050 w 2559050"/>
                    <a:gd name="connsiteY13" fmla="*/ 158750 h 698500"/>
                    <a:gd name="connsiteX14" fmla="*/ 2476500 w 2559050"/>
                    <a:gd name="connsiteY14" fmla="*/ 95250 h 698500"/>
                    <a:gd name="connsiteX15" fmla="*/ 520700 w 2559050"/>
                    <a:gd name="connsiteY15" fmla="*/ 184150 h 698500"/>
                    <a:gd name="connsiteX16" fmla="*/ 190500 w 2559050"/>
                    <a:gd name="connsiteY16" fmla="*/ 0 h 698500"/>
                    <a:gd name="connsiteX0" fmla="*/ 184150 w 2552700"/>
                    <a:gd name="connsiteY0" fmla="*/ 0 h 698500"/>
                    <a:gd name="connsiteX1" fmla="*/ 9525 w 2552700"/>
                    <a:gd name="connsiteY1" fmla="*/ 152400 h 698500"/>
                    <a:gd name="connsiteX2" fmla="*/ 12700 w 2552700"/>
                    <a:gd name="connsiteY2" fmla="*/ 241300 h 698500"/>
                    <a:gd name="connsiteX3" fmla="*/ 2495550 w 2552700"/>
                    <a:gd name="connsiteY3" fmla="*/ 241300 h 698500"/>
                    <a:gd name="connsiteX4" fmla="*/ 2463800 w 2552700"/>
                    <a:gd name="connsiteY4" fmla="*/ 552450 h 698500"/>
                    <a:gd name="connsiteX5" fmla="*/ 69850 w 2552700"/>
                    <a:gd name="connsiteY5" fmla="*/ 565150 h 698500"/>
                    <a:gd name="connsiteX6" fmla="*/ 95250 w 2552700"/>
                    <a:gd name="connsiteY6" fmla="*/ 520700 h 698500"/>
                    <a:gd name="connsiteX7" fmla="*/ 0 w 2552700"/>
                    <a:gd name="connsiteY7" fmla="*/ 577850 h 698500"/>
                    <a:gd name="connsiteX8" fmla="*/ 38100 w 2552700"/>
                    <a:gd name="connsiteY8" fmla="*/ 666750 h 698500"/>
                    <a:gd name="connsiteX9" fmla="*/ 2393950 w 2552700"/>
                    <a:gd name="connsiteY9" fmla="*/ 692150 h 698500"/>
                    <a:gd name="connsiteX10" fmla="*/ 2425700 w 2552700"/>
                    <a:gd name="connsiteY10" fmla="*/ 666750 h 698500"/>
                    <a:gd name="connsiteX11" fmla="*/ 2495550 w 2552700"/>
                    <a:gd name="connsiteY11" fmla="*/ 698500 h 698500"/>
                    <a:gd name="connsiteX12" fmla="*/ 2546350 w 2552700"/>
                    <a:gd name="connsiteY12" fmla="*/ 685800 h 698500"/>
                    <a:gd name="connsiteX13" fmla="*/ 2552700 w 2552700"/>
                    <a:gd name="connsiteY13" fmla="*/ 158750 h 698500"/>
                    <a:gd name="connsiteX14" fmla="*/ 2470150 w 2552700"/>
                    <a:gd name="connsiteY14" fmla="*/ 95250 h 698500"/>
                    <a:gd name="connsiteX15" fmla="*/ 514350 w 2552700"/>
                    <a:gd name="connsiteY15" fmla="*/ 184150 h 698500"/>
                    <a:gd name="connsiteX16" fmla="*/ 184150 w 2552700"/>
                    <a:gd name="connsiteY16" fmla="*/ 0 h 698500"/>
                    <a:gd name="connsiteX0" fmla="*/ 184150 w 2571750"/>
                    <a:gd name="connsiteY0" fmla="*/ 0 h 698500"/>
                    <a:gd name="connsiteX1" fmla="*/ 9525 w 2571750"/>
                    <a:gd name="connsiteY1" fmla="*/ 152400 h 698500"/>
                    <a:gd name="connsiteX2" fmla="*/ 12700 w 2571750"/>
                    <a:gd name="connsiteY2" fmla="*/ 241300 h 698500"/>
                    <a:gd name="connsiteX3" fmla="*/ 2495550 w 2571750"/>
                    <a:gd name="connsiteY3" fmla="*/ 241300 h 698500"/>
                    <a:gd name="connsiteX4" fmla="*/ 2463800 w 2571750"/>
                    <a:gd name="connsiteY4" fmla="*/ 552450 h 698500"/>
                    <a:gd name="connsiteX5" fmla="*/ 69850 w 2571750"/>
                    <a:gd name="connsiteY5" fmla="*/ 565150 h 698500"/>
                    <a:gd name="connsiteX6" fmla="*/ 95250 w 2571750"/>
                    <a:gd name="connsiteY6" fmla="*/ 520700 h 698500"/>
                    <a:gd name="connsiteX7" fmla="*/ 0 w 2571750"/>
                    <a:gd name="connsiteY7" fmla="*/ 577850 h 698500"/>
                    <a:gd name="connsiteX8" fmla="*/ 38100 w 2571750"/>
                    <a:gd name="connsiteY8" fmla="*/ 666750 h 698500"/>
                    <a:gd name="connsiteX9" fmla="*/ 2393950 w 2571750"/>
                    <a:gd name="connsiteY9" fmla="*/ 692150 h 698500"/>
                    <a:gd name="connsiteX10" fmla="*/ 2425700 w 2571750"/>
                    <a:gd name="connsiteY10" fmla="*/ 666750 h 698500"/>
                    <a:gd name="connsiteX11" fmla="*/ 2495550 w 2571750"/>
                    <a:gd name="connsiteY11" fmla="*/ 698500 h 698500"/>
                    <a:gd name="connsiteX12" fmla="*/ 2546350 w 2571750"/>
                    <a:gd name="connsiteY12" fmla="*/ 685800 h 698500"/>
                    <a:gd name="connsiteX13" fmla="*/ 2571750 w 2571750"/>
                    <a:gd name="connsiteY13" fmla="*/ 193675 h 698500"/>
                    <a:gd name="connsiteX14" fmla="*/ 2470150 w 2571750"/>
                    <a:gd name="connsiteY14" fmla="*/ 95250 h 698500"/>
                    <a:gd name="connsiteX15" fmla="*/ 514350 w 2571750"/>
                    <a:gd name="connsiteY15" fmla="*/ 184150 h 698500"/>
                    <a:gd name="connsiteX16" fmla="*/ 184150 w 2571750"/>
                    <a:gd name="connsiteY16" fmla="*/ 0 h 698500"/>
                    <a:gd name="connsiteX0" fmla="*/ 184150 w 2555875"/>
                    <a:gd name="connsiteY0" fmla="*/ 0 h 698500"/>
                    <a:gd name="connsiteX1" fmla="*/ 9525 w 2555875"/>
                    <a:gd name="connsiteY1" fmla="*/ 152400 h 698500"/>
                    <a:gd name="connsiteX2" fmla="*/ 12700 w 2555875"/>
                    <a:gd name="connsiteY2" fmla="*/ 241300 h 698500"/>
                    <a:gd name="connsiteX3" fmla="*/ 2495550 w 2555875"/>
                    <a:gd name="connsiteY3" fmla="*/ 241300 h 698500"/>
                    <a:gd name="connsiteX4" fmla="*/ 2463800 w 2555875"/>
                    <a:gd name="connsiteY4" fmla="*/ 552450 h 698500"/>
                    <a:gd name="connsiteX5" fmla="*/ 69850 w 2555875"/>
                    <a:gd name="connsiteY5" fmla="*/ 565150 h 698500"/>
                    <a:gd name="connsiteX6" fmla="*/ 95250 w 2555875"/>
                    <a:gd name="connsiteY6" fmla="*/ 520700 h 698500"/>
                    <a:gd name="connsiteX7" fmla="*/ 0 w 2555875"/>
                    <a:gd name="connsiteY7" fmla="*/ 577850 h 698500"/>
                    <a:gd name="connsiteX8" fmla="*/ 38100 w 2555875"/>
                    <a:gd name="connsiteY8" fmla="*/ 666750 h 698500"/>
                    <a:gd name="connsiteX9" fmla="*/ 2393950 w 2555875"/>
                    <a:gd name="connsiteY9" fmla="*/ 692150 h 698500"/>
                    <a:gd name="connsiteX10" fmla="*/ 2425700 w 2555875"/>
                    <a:gd name="connsiteY10" fmla="*/ 666750 h 698500"/>
                    <a:gd name="connsiteX11" fmla="*/ 2495550 w 2555875"/>
                    <a:gd name="connsiteY11" fmla="*/ 698500 h 698500"/>
                    <a:gd name="connsiteX12" fmla="*/ 2546350 w 2555875"/>
                    <a:gd name="connsiteY12" fmla="*/ 685800 h 698500"/>
                    <a:gd name="connsiteX13" fmla="*/ 2555875 w 2555875"/>
                    <a:gd name="connsiteY13" fmla="*/ 171450 h 698500"/>
                    <a:gd name="connsiteX14" fmla="*/ 2470150 w 2555875"/>
                    <a:gd name="connsiteY14" fmla="*/ 95250 h 698500"/>
                    <a:gd name="connsiteX15" fmla="*/ 514350 w 2555875"/>
                    <a:gd name="connsiteY15" fmla="*/ 184150 h 698500"/>
                    <a:gd name="connsiteX16" fmla="*/ 184150 w 2555875"/>
                    <a:gd name="connsiteY16" fmla="*/ 0 h 698500"/>
                    <a:gd name="connsiteX0" fmla="*/ 184150 w 2562506"/>
                    <a:gd name="connsiteY0" fmla="*/ 0 h 698500"/>
                    <a:gd name="connsiteX1" fmla="*/ 9525 w 2562506"/>
                    <a:gd name="connsiteY1" fmla="*/ 152400 h 698500"/>
                    <a:gd name="connsiteX2" fmla="*/ 12700 w 2562506"/>
                    <a:gd name="connsiteY2" fmla="*/ 241300 h 698500"/>
                    <a:gd name="connsiteX3" fmla="*/ 2495550 w 2562506"/>
                    <a:gd name="connsiteY3" fmla="*/ 241300 h 698500"/>
                    <a:gd name="connsiteX4" fmla="*/ 2463800 w 2562506"/>
                    <a:gd name="connsiteY4" fmla="*/ 552450 h 698500"/>
                    <a:gd name="connsiteX5" fmla="*/ 69850 w 2562506"/>
                    <a:gd name="connsiteY5" fmla="*/ 565150 h 698500"/>
                    <a:gd name="connsiteX6" fmla="*/ 95250 w 2562506"/>
                    <a:gd name="connsiteY6" fmla="*/ 520700 h 698500"/>
                    <a:gd name="connsiteX7" fmla="*/ 0 w 2562506"/>
                    <a:gd name="connsiteY7" fmla="*/ 577850 h 698500"/>
                    <a:gd name="connsiteX8" fmla="*/ 38100 w 2562506"/>
                    <a:gd name="connsiteY8" fmla="*/ 666750 h 698500"/>
                    <a:gd name="connsiteX9" fmla="*/ 2393950 w 2562506"/>
                    <a:gd name="connsiteY9" fmla="*/ 692150 h 698500"/>
                    <a:gd name="connsiteX10" fmla="*/ 2425700 w 2562506"/>
                    <a:gd name="connsiteY10" fmla="*/ 666750 h 698500"/>
                    <a:gd name="connsiteX11" fmla="*/ 2495550 w 2562506"/>
                    <a:gd name="connsiteY11" fmla="*/ 698500 h 698500"/>
                    <a:gd name="connsiteX12" fmla="*/ 2562225 w 2562506"/>
                    <a:gd name="connsiteY12" fmla="*/ 685800 h 698500"/>
                    <a:gd name="connsiteX13" fmla="*/ 2555875 w 2562506"/>
                    <a:gd name="connsiteY13" fmla="*/ 171450 h 698500"/>
                    <a:gd name="connsiteX14" fmla="*/ 2470150 w 2562506"/>
                    <a:gd name="connsiteY14" fmla="*/ 95250 h 698500"/>
                    <a:gd name="connsiteX15" fmla="*/ 514350 w 2562506"/>
                    <a:gd name="connsiteY15" fmla="*/ 184150 h 698500"/>
                    <a:gd name="connsiteX16" fmla="*/ 184150 w 2562506"/>
                    <a:gd name="connsiteY16" fmla="*/ 0 h 69850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38100 w 2562506"/>
                    <a:gd name="connsiteY8" fmla="*/ 666750 h 692150"/>
                    <a:gd name="connsiteX9" fmla="*/ 2393950 w 2562506"/>
                    <a:gd name="connsiteY9" fmla="*/ 692150 h 692150"/>
                    <a:gd name="connsiteX10" fmla="*/ 2425700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38100 w 2562506"/>
                    <a:gd name="connsiteY8" fmla="*/ 666750 h 692150"/>
                    <a:gd name="connsiteX9" fmla="*/ 2393950 w 2562506"/>
                    <a:gd name="connsiteY9" fmla="*/ 692150 h 692150"/>
                    <a:gd name="connsiteX10" fmla="*/ 2435225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9525 w 2562506"/>
                    <a:gd name="connsiteY8" fmla="*/ 688975 h 692150"/>
                    <a:gd name="connsiteX9" fmla="*/ 2393950 w 2562506"/>
                    <a:gd name="connsiteY9" fmla="*/ 692150 h 692150"/>
                    <a:gd name="connsiteX10" fmla="*/ 2435225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92375 w 2559331"/>
                    <a:gd name="connsiteY3" fmla="*/ 24130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92075 w 2559331"/>
                    <a:gd name="connsiteY6" fmla="*/ 520700 h 692150"/>
                    <a:gd name="connsiteX7" fmla="*/ 0 w 2559331"/>
                    <a:gd name="connsiteY7" fmla="*/ 593725 h 692150"/>
                    <a:gd name="connsiteX8" fmla="*/ 6350 w 2559331"/>
                    <a:gd name="connsiteY8" fmla="*/ 688975 h 692150"/>
                    <a:gd name="connsiteX9" fmla="*/ 2390775 w 2559331"/>
                    <a:gd name="connsiteY9" fmla="*/ 692150 h 692150"/>
                    <a:gd name="connsiteX10" fmla="*/ 2432050 w 2559331"/>
                    <a:gd name="connsiteY10" fmla="*/ 666750 h 692150"/>
                    <a:gd name="connsiteX11" fmla="*/ 2476500 w 2559331"/>
                    <a:gd name="connsiteY11" fmla="*/ 692150 h 692150"/>
                    <a:gd name="connsiteX12" fmla="*/ 2559050 w 2559331"/>
                    <a:gd name="connsiteY12" fmla="*/ 685800 h 692150"/>
                    <a:gd name="connsiteX13" fmla="*/ 2552700 w 2559331"/>
                    <a:gd name="connsiteY13" fmla="*/ 171450 h 692150"/>
                    <a:gd name="connsiteX14" fmla="*/ 2466975 w 2559331"/>
                    <a:gd name="connsiteY14" fmla="*/ 95250 h 692150"/>
                    <a:gd name="connsiteX15" fmla="*/ 511175 w 2559331"/>
                    <a:gd name="connsiteY15" fmla="*/ 184150 h 692150"/>
                    <a:gd name="connsiteX16" fmla="*/ 180975 w 2559331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92375 w 2559331"/>
                    <a:gd name="connsiteY3" fmla="*/ 24130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76500 w 2559331"/>
                    <a:gd name="connsiteY11" fmla="*/ 692150 h 692150"/>
                    <a:gd name="connsiteX12" fmla="*/ 2559050 w 2559331"/>
                    <a:gd name="connsiteY12" fmla="*/ 685800 h 692150"/>
                    <a:gd name="connsiteX13" fmla="*/ 2552700 w 2559331"/>
                    <a:gd name="connsiteY13" fmla="*/ 171450 h 692150"/>
                    <a:gd name="connsiteX14" fmla="*/ 2466975 w 2559331"/>
                    <a:gd name="connsiteY14" fmla="*/ 95250 h 692150"/>
                    <a:gd name="connsiteX15" fmla="*/ 511175 w 2559331"/>
                    <a:gd name="connsiteY15" fmla="*/ 184150 h 692150"/>
                    <a:gd name="connsiteX16" fmla="*/ 180975 w 2559331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559050 w 2559331"/>
                    <a:gd name="connsiteY11" fmla="*/ 685800 h 692150"/>
                    <a:gd name="connsiteX12" fmla="*/ 2552700 w 2559331"/>
                    <a:gd name="connsiteY12" fmla="*/ 171450 h 692150"/>
                    <a:gd name="connsiteX13" fmla="*/ 2466975 w 2559331"/>
                    <a:gd name="connsiteY13" fmla="*/ 95250 h 692150"/>
                    <a:gd name="connsiteX14" fmla="*/ 511175 w 2559331"/>
                    <a:gd name="connsiteY14" fmla="*/ 184150 h 692150"/>
                    <a:gd name="connsiteX15" fmla="*/ 180975 w 2559331"/>
                    <a:gd name="connsiteY15" fmla="*/ 0 h 692150"/>
                    <a:gd name="connsiteX0" fmla="*/ 180975 w 2559331"/>
                    <a:gd name="connsiteY0" fmla="*/ 0 h 688975"/>
                    <a:gd name="connsiteX1" fmla="*/ 6350 w 2559331"/>
                    <a:gd name="connsiteY1" fmla="*/ 152400 h 688975"/>
                    <a:gd name="connsiteX2" fmla="*/ 9525 w 2559331"/>
                    <a:gd name="connsiteY2" fmla="*/ 241300 h 688975"/>
                    <a:gd name="connsiteX3" fmla="*/ 2454275 w 2559331"/>
                    <a:gd name="connsiteY3" fmla="*/ 234950 h 688975"/>
                    <a:gd name="connsiteX4" fmla="*/ 2454275 w 2559331"/>
                    <a:gd name="connsiteY4" fmla="*/ 552450 h 688975"/>
                    <a:gd name="connsiteX5" fmla="*/ 66675 w 2559331"/>
                    <a:gd name="connsiteY5" fmla="*/ 565150 h 688975"/>
                    <a:gd name="connsiteX6" fmla="*/ 88900 w 2559331"/>
                    <a:gd name="connsiteY6" fmla="*/ 568325 h 688975"/>
                    <a:gd name="connsiteX7" fmla="*/ 92075 w 2559331"/>
                    <a:gd name="connsiteY7" fmla="*/ 520700 h 688975"/>
                    <a:gd name="connsiteX8" fmla="*/ 0 w 2559331"/>
                    <a:gd name="connsiteY8" fmla="*/ 593725 h 688975"/>
                    <a:gd name="connsiteX9" fmla="*/ 6350 w 2559331"/>
                    <a:gd name="connsiteY9" fmla="*/ 688975 h 688975"/>
                    <a:gd name="connsiteX10" fmla="*/ 2559050 w 2559331"/>
                    <a:gd name="connsiteY10" fmla="*/ 685800 h 688975"/>
                    <a:gd name="connsiteX11" fmla="*/ 2552700 w 2559331"/>
                    <a:gd name="connsiteY11" fmla="*/ 171450 h 688975"/>
                    <a:gd name="connsiteX12" fmla="*/ 2466975 w 2559331"/>
                    <a:gd name="connsiteY12" fmla="*/ 95250 h 688975"/>
                    <a:gd name="connsiteX13" fmla="*/ 511175 w 2559331"/>
                    <a:gd name="connsiteY13" fmla="*/ 184150 h 688975"/>
                    <a:gd name="connsiteX14" fmla="*/ 180975 w 2559331"/>
                    <a:gd name="connsiteY14" fmla="*/ 0 h 688975"/>
                    <a:gd name="connsiteX0" fmla="*/ 180975 w 2572231"/>
                    <a:gd name="connsiteY0" fmla="*/ 0 h 688975"/>
                    <a:gd name="connsiteX1" fmla="*/ 6350 w 2572231"/>
                    <a:gd name="connsiteY1" fmla="*/ 152400 h 688975"/>
                    <a:gd name="connsiteX2" fmla="*/ 9525 w 2572231"/>
                    <a:gd name="connsiteY2" fmla="*/ 241300 h 688975"/>
                    <a:gd name="connsiteX3" fmla="*/ 2454275 w 2572231"/>
                    <a:gd name="connsiteY3" fmla="*/ 234950 h 688975"/>
                    <a:gd name="connsiteX4" fmla="*/ 2454275 w 2572231"/>
                    <a:gd name="connsiteY4" fmla="*/ 552450 h 688975"/>
                    <a:gd name="connsiteX5" fmla="*/ 66675 w 2572231"/>
                    <a:gd name="connsiteY5" fmla="*/ 565150 h 688975"/>
                    <a:gd name="connsiteX6" fmla="*/ 88900 w 2572231"/>
                    <a:gd name="connsiteY6" fmla="*/ 568325 h 688975"/>
                    <a:gd name="connsiteX7" fmla="*/ 92075 w 2572231"/>
                    <a:gd name="connsiteY7" fmla="*/ 520700 h 688975"/>
                    <a:gd name="connsiteX8" fmla="*/ 0 w 2572231"/>
                    <a:gd name="connsiteY8" fmla="*/ 593725 h 688975"/>
                    <a:gd name="connsiteX9" fmla="*/ 6350 w 2572231"/>
                    <a:gd name="connsiteY9" fmla="*/ 688975 h 688975"/>
                    <a:gd name="connsiteX10" fmla="*/ 2559050 w 2572231"/>
                    <a:gd name="connsiteY10" fmla="*/ 685800 h 688975"/>
                    <a:gd name="connsiteX11" fmla="*/ 2552700 w 2572231"/>
                    <a:gd name="connsiteY11" fmla="*/ 171450 h 688975"/>
                    <a:gd name="connsiteX12" fmla="*/ 2466975 w 2572231"/>
                    <a:gd name="connsiteY12" fmla="*/ 95250 h 688975"/>
                    <a:gd name="connsiteX13" fmla="*/ 511175 w 2572231"/>
                    <a:gd name="connsiteY13" fmla="*/ 184150 h 688975"/>
                    <a:gd name="connsiteX14" fmla="*/ 180975 w 2572231"/>
                    <a:gd name="connsiteY14" fmla="*/ 0 h 688975"/>
                    <a:gd name="connsiteX0" fmla="*/ 180975 w 2572231"/>
                    <a:gd name="connsiteY0" fmla="*/ 0 h 688975"/>
                    <a:gd name="connsiteX1" fmla="*/ 6350 w 2572231"/>
                    <a:gd name="connsiteY1" fmla="*/ 152400 h 688975"/>
                    <a:gd name="connsiteX2" fmla="*/ 9525 w 2572231"/>
                    <a:gd name="connsiteY2" fmla="*/ 241300 h 688975"/>
                    <a:gd name="connsiteX3" fmla="*/ 2454275 w 2572231"/>
                    <a:gd name="connsiteY3" fmla="*/ 234950 h 688975"/>
                    <a:gd name="connsiteX4" fmla="*/ 2454275 w 2572231"/>
                    <a:gd name="connsiteY4" fmla="*/ 552450 h 688975"/>
                    <a:gd name="connsiteX5" fmla="*/ 66675 w 2572231"/>
                    <a:gd name="connsiteY5" fmla="*/ 565150 h 688975"/>
                    <a:gd name="connsiteX6" fmla="*/ 88900 w 2572231"/>
                    <a:gd name="connsiteY6" fmla="*/ 568325 h 688975"/>
                    <a:gd name="connsiteX7" fmla="*/ 92075 w 2572231"/>
                    <a:gd name="connsiteY7" fmla="*/ 520700 h 688975"/>
                    <a:gd name="connsiteX8" fmla="*/ 0 w 2572231"/>
                    <a:gd name="connsiteY8" fmla="*/ 593725 h 688975"/>
                    <a:gd name="connsiteX9" fmla="*/ 6350 w 2572231"/>
                    <a:gd name="connsiteY9" fmla="*/ 688975 h 688975"/>
                    <a:gd name="connsiteX10" fmla="*/ 2559050 w 2572231"/>
                    <a:gd name="connsiteY10" fmla="*/ 685800 h 688975"/>
                    <a:gd name="connsiteX11" fmla="*/ 2552700 w 2572231"/>
                    <a:gd name="connsiteY11" fmla="*/ 171450 h 688975"/>
                    <a:gd name="connsiteX12" fmla="*/ 2466975 w 2572231"/>
                    <a:gd name="connsiteY12" fmla="*/ 95250 h 688975"/>
                    <a:gd name="connsiteX13" fmla="*/ 511175 w 2572231"/>
                    <a:gd name="connsiteY13" fmla="*/ 184150 h 688975"/>
                    <a:gd name="connsiteX14" fmla="*/ 180975 w 2572231"/>
                    <a:gd name="connsiteY14" fmla="*/ 0 h 688975"/>
                    <a:gd name="connsiteX0" fmla="*/ 180975 w 2574798"/>
                    <a:gd name="connsiteY0" fmla="*/ 0 h 688975"/>
                    <a:gd name="connsiteX1" fmla="*/ 6350 w 2574798"/>
                    <a:gd name="connsiteY1" fmla="*/ 152400 h 688975"/>
                    <a:gd name="connsiteX2" fmla="*/ 9525 w 2574798"/>
                    <a:gd name="connsiteY2" fmla="*/ 241300 h 688975"/>
                    <a:gd name="connsiteX3" fmla="*/ 2454275 w 2574798"/>
                    <a:gd name="connsiteY3" fmla="*/ 234950 h 688975"/>
                    <a:gd name="connsiteX4" fmla="*/ 2454275 w 2574798"/>
                    <a:gd name="connsiteY4" fmla="*/ 552450 h 688975"/>
                    <a:gd name="connsiteX5" fmla="*/ 66675 w 2574798"/>
                    <a:gd name="connsiteY5" fmla="*/ 565150 h 688975"/>
                    <a:gd name="connsiteX6" fmla="*/ 88900 w 2574798"/>
                    <a:gd name="connsiteY6" fmla="*/ 568325 h 688975"/>
                    <a:gd name="connsiteX7" fmla="*/ 92075 w 2574798"/>
                    <a:gd name="connsiteY7" fmla="*/ 520700 h 688975"/>
                    <a:gd name="connsiteX8" fmla="*/ 0 w 2574798"/>
                    <a:gd name="connsiteY8" fmla="*/ 593725 h 688975"/>
                    <a:gd name="connsiteX9" fmla="*/ 6350 w 2574798"/>
                    <a:gd name="connsiteY9" fmla="*/ 688975 h 688975"/>
                    <a:gd name="connsiteX10" fmla="*/ 2562225 w 2574798"/>
                    <a:gd name="connsiteY10" fmla="*/ 666750 h 688975"/>
                    <a:gd name="connsiteX11" fmla="*/ 2552700 w 2574798"/>
                    <a:gd name="connsiteY11" fmla="*/ 171450 h 688975"/>
                    <a:gd name="connsiteX12" fmla="*/ 2466975 w 2574798"/>
                    <a:gd name="connsiteY12" fmla="*/ 95250 h 688975"/>
                    <a:gd name="connsiteX13" fmla="*/ 511175 w 2574798"/>
                    <a:gd name="connsiteY13" fmla="*/ 184150 h 688975"/>
                    <a:gd name="connsiteX14" fmla="*/ 180975 w 2574798"/>
                    <a:gd name="connsiteY14" fmla="*/ 0 h 688975"/>
                    <a:gd name="connsiteX0" fmla="*/ 180975 w 2574798"/>
                    <a:gd name="connsiteY0" fmla="*/ 0 h 688975"/>
                    <a:gd name="connsiteX1" fmla="*/ 6350 w 2574798"/>
                    <a:gd name="connsiteY1" fmla="*/ 152400 h 688975"/>
                    <a:gd name="connsiteX2" fmla="*/ 9525 w 2574798"/>
                    <a:gd name="connsiteY2" fmla="*/ 241300 h 688975"/>
                    <a:gd name="connsiteX3" fmla="*/ 2454275 w 2574798"/>
                    <a:gd name="connsiteY3" fmla="*/ 234950 h 688975"/>
                    <a:gd name="connsiteX4" fmla="*/ 2454275 w 2574798"/>
                    <a:gd name="connsiteY4" fmla="*/ 552450 h 688975"/>
                    <a:gd name="connsiteX5" fmla="*/ 66675 w 2574798"/>
                    <a:gd name="connsiteY5" fmla="*/ 565150 h 688975"/>
                    <a:gd name="connsiteX6" fmla="*/ 88900 w 2574798"/>
                    <a:gd name="connsiteY6" fmla="*/ 568325 h 688975"/>
                    <a:gd name="connsiteX7" fmla="*/ 92075 w 2574798"/>
                    <a:gd name="connsiteY7" fmla="*/ 520700 h 688975"/>
                    <a:gd name="connsiteX8" fmla="*/ 0 w 2574798"/>
                    <a:gd name="connsiteY8" fmla="*/ 593725 h 688975"/>
                    <a:gd name="connsiteX9" fmla="*/ 6350 w 2574798"/>
                    <a:gd name="connsiteY9" fmla="*/ 688975 h 688975"/>
                    <a:gd name="connsiteX10" fmla="*/ 2562225 w 2574798"/>
                    <a:gd name="connsiteY10" fmla="*/ 666750 h 688975"/>
                    <a:gd name="connsiteX11" fmla="*/ 2552700 w 2574798"/>
                    <a:gd name="connsiteY11" fmla="*/ 171450 h 688975"/>
                    <a:gd name="connsiteX12" fmla="*/ 2466975 w 2574798"/>
                    <a:gd name="connsiteY12" fmla="*/ 95250 h 688975"/>
                    <a:gd name="connsiteX13" fmla="*/ 511175 w 2574798"/>
                    <a:gd name="connsiteY13" fmla="*/ 184150 h 688975"/>
                    <a:gd name="connsiteX14" fmla="*/ 180975 w 2574798"/>
                    <a:gd name="connsiteY14" fmla="*/ 0 h 688975"/>
                    <a:gd name="connsiteX0" fmla="*/ 180975 w 2577418"/>
                    <a:gd name="connsiteY0" fmla="*/ 0 h 688975"/>
                    <a:gd name="connsiteX1" fmla="*/ 6350 w 2577418"/>
                    <a:gd name="connsiteY1" fmla="*/ 152400 h 688975"/>
                    <a:gd name="connsiteX2" fmla="*/ 9525 w 2577418"/>
                    <a:gd name="connsiteY2" fmla="*/ 241300 h 688975"/>
                    <a:gd name="connsiteX3" fmla="*/ 2454275 w 2577418"/>
                    <a:gd name="connsiteY3" fmla="*/ 234950 h 688975"/>
                    <a:gd name="connsiteX4" fmla="*/ 2454275 w 2577418"/>
                    <a:gd name="connsiteY4" fmla="*/ 552450 h 688975"/>
                    <a:gd name="connsiteX5" fmla="*/ 66675 w 2577418"/>
                    <a:gd name="connsiteY5" fmla="*/ 565150 h 688975"/>
                    <a:gd name="connsiteX6" fmla="*/ 88900 w 2577418"/>
                    <a:gd name="connsiteY6" fmla="*/ 568325 h 688975"/>
                    <a:gd name="connsiteX7" fmla="*/ 92075 w 2577418"/>
                    <a:gd name="connsiteY7" fmla="*/ 520700 h 688975"/>
                    <a:gd name="connsiteX8" fmla="*/ 0 w 2577418"/>
                    <a:gd name="connsiteY8" fmla="*/ 593725 h 688975"/>
                    <a:gd name="connsiteX9" fmla="*/ 6350 w 2577418"/>
                    <a:gd name="connsiteY9" fmla="*/ 688975 h 688975"/>
                    <a:gd name="connsiteX10" fmla="*/ 2565400 w 2577418"/>
                    <a:gd name="connsiteY10" fmla="*/ 688975 h 688975"/>
                    <a:gd name="connsiteX11" fmla="*/ 2552700 w 2577418"/>
                    <a:gd name="connsiteY11" fmla="*/ 171450 h 688975"/>
                    <a:gd name="connsiteX12" fmla="*/ 2466975 w 2577418"/>
                    <a:gd name="connsiteY12" fmla="*/ 95250 h 688975"/>
                    <a:gd name="connsiteX13" fmla="*/ 511175 w 2577418"/>
                    <a:gd name="connsiteY13" fmla="*/ 184150 h 688975"/>
                    <a:gd name="connsiteX14" fmla="*/ 180975 w 2577418"/>
                    <a:gd name="connsiteY14" fmla="*/ 0 h 688975"/>
                    <a:gd name="connsiteX0" fmla="*/ 180975 w 2577418"/>
                    <a:gd name="connsiteY0" fmla="*/ 0 h 688975"/>
                    <a:gd name="connsiteX1" fmla="*/ 6350 w 2577418"/>
                    <a:gd name="connsiteY1" fmla="*/ 152400 h 688975"/>
                    <a:gd name="connsiteX2" fmla="*/ 9525 w 2577418"/>
                    <a:gd name="connsiteY2" fmla="*/ 241300 h 688975"/>
                    <a:gd name="connsiteX3" fmla="*/ 2454275 w 2577418"/>
                    <a:gd name="connsiteY3" fmla="*/ 234950 h 688975"/>
                    <a:gd name="connsiteX4" fmla="*/ 2454275 w 2577418"/>
                    <a:gd name="connsiteY4" fmla="*/ 552450 h 688975"/>
                    <a:gd name="connsiteX5" fmla="*/ 66675 w 2577418"/>
                    <a:gd name="connsiteY5" fmla="*/ 565150 h 688975"/>
                    <a:gd name="connsiteX6" fmla="*/ 88900 w 2577418"/>
                    <a:gd name="connsiteY6" fmla="*/ 568325 h 688975"/>
                    <a:gd name="connsiteX7" fmla="*/ 92075 w 2577418"/>
                    <a:gd name="connsiteY7" fmla="*/ 520700 h 688975"/>
                    <a:gd name="connsiteX8" fmla="*/ 0 w 2577418"/>
                    <a:gd name="connsiteY8" fmla="*/ 593725 h 688975"/>
                    <a:gd name="connsiteX9" fmla="*/ 6350 w 2577418"/>
                    <a:gd name="connsiteY9" fmla="*/ 688975 h 688975"/>
                    <a:gd name="connsiteX10" fmla="*/ 2565400 w 2577418"/>
                    <a:gd name="connsiteY10" fmla="*/ 688975 h 688975"/>
                    <a:gd name="connsiteX11" fmla="*/ 2552700 w 2577418"/>
                    <a:gd name="connsiteY11" fmla="*/ 171450 h 688975"/>
                    <a:gd name="connsiteX12" fmla="*/ 2466975 w 2577418"/>
                    <a:gd name="connsiteY12" fmla="*/ 95250 h 688975"/>
                    <a:gd name="connsiteX13" fmla="*/ 511175 w 2577418"/>
                    <a:gd name="connsiteY13" fmla="*/ 184150 h 688975"/>
                    <a:gd name="connsiteX14" fmla="*/ 180975 w 2577418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54275 w 2570812"/>
                    <a:gd name="connsiteY3" fmla="*/ 234950 h 688975"/>
                    <a:gd name="connsiteX4" fmla="*/ 2454275 w 2570812"/>
                    <a:gd name="connsiteY4" fmla="*/ 552450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4275 w 2570812"/>
                    <a:gd name="connsiteY4" fmla="*/ 552450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485775 w 2570812"/>
                    <a:gd name="connsiteY13" fmla="*/ 1714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180975 w 2570812"/>
                    <a:gd name="connsiteY13" fmla="*/ 0 h 688975"/>
                    <a:gd name="connsiteX0" fmla="*/ 180975 w 2570812"/>
                    <a:gd name="connsiteY0" fmla="*/ 31750 h 720725"/>
                    <a:gd name="connsiteX1" fmla="*/ 6350 w 2570812"/>
                    <a:gd name="connsiteY1" fmla="*/ 184150 h 720725"/>
                    <a:gd name="connsiteX2" fmla="*/ 9525 w 2570812"/>
                    <a:gd name="connsiteY2" fmla="*/ 273050 h 720725"/>
                    <a:gd name="connsiteX3" fmla="*/ 2460625 w 2570812"/>
                    <a:gd name="connsiteY3" fmla="*/ 279400 h 720725"/>
                    <a:gd name="connsiteX4" fmla="*/ 2457450 w 2570812"/>
                    <a:gd name="connsiteY4" fmla="*/ 593725 h 720725"/>
                    <a:gd name="connsiteX5" fmla="*/ 66675 w 2570812"/>
                    <a:gd name="connsiteY5" fmla="*/ 596900 h 720725"/>
                    <a:gd name="connsiteX6" fmla="*/ 88900 w 2570812"/>
                    <a:gd name="connsiteY6" fmla="*/ 600075 h 720725"/>
                    <a:gd name="connsiteX7" fmla="*/ 92075 w 2570812"/>
                    <a:gd name="connsiteY7" fmla="*/ 552450 h 720725"/>
                    <a:gd name="connsiteX8" fmla="*/ 0 w 2570812"/>
                    <a:gd name="connsiteY8" fmla="*/ 625475 h 720725"/>
                    <a:gd name="connsiteX9" fmla="*/ 6350 w 2570812"/>
                    <a:gd name="connsiteY9" fmla="*/ 720725 h 720725"/>
                    <a:gd name="connsiteX10" fmla="*/ 2565400 w 2570812"/>
                    <a:gd name="connsiteY10" fmla="*/ 720725 h 720725"/>
                    <a:gd name="connsiteX11" fmla="*/ 2552700 w 2570812"/>
                    <a:gd name="connsiteY11" fmla="*/ 203200 h 720725"/>
                    <a:gd name="connsiteX12" fmla="*/ 2336800 w 2570812"/>
                    <a:gd name="connsiteY12" fmla="*/ 0 h 720725"/>
                    <a:gd name="connsiteX13" fmla="*/ 180975 w 2570812"/>
                    <a:gd name="connsiteY13" fmla="*/ 31750 h 72072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352675 w 2570812"/>
                    <a:gd name="connsiteY12" fmla="*/ 19050 h 688975"/>
                    <a:gd name="connsiteX13" fmla="*/ 180975 w 2570812"/>
                    <a:gd name="connsiteY13" fmla="*/ 0 h 6889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352675 w 2570812"/>
                    <a:gd name="connsiteY12" fmla="*/ 4445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308225 w 2570812"/>
                    <a:gd name="connsiteY12" fmla="*/ 1270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295525 w 2570812"/>
                    <a:gd name="connsiteY12" fmla="*/ 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295525 w 2570812"/>
                    <a:gd name="connsiteY12" fmla="*/ 0 h 714375"/>
                    <a:gd name="connsiteX13" fmla="*/ 225425 w 2570812"/>
                    <a:gd name="connsiteY13" fmla="*/ 0 h 714375"/>
                    <a:gd name="connsiteX0" fmla="*/ 225425 w 2572985"/>
                    <a:gd name="connsiteY0" fmla="*/ 0 h 714375"/>
                    <a:gd name="connsiteX1" fmla="*/ 6350 w 2572985"/>
                    <a:gd name="connsiteY1" fmla="*/ 177800 h 714375"/>
                    <a:gd name="connsiteX2" fmla="*/ 9525 w 2572985"/>
                    <a:gd name="connsiteY2" fmla="*/ 266700 h 714375"/>
                    <a:gd name="connsiteX3" fmla="*/ 2460625 w 2572985"/>
                    <a:gd name="connsiteY3" fmla="*/ 273050 h 714375"/>
                    <a:gd name="connsiteX4" fmla="*/ 2457450 w 2572985"/>
                    <a:gd name="connsiteY4" fmla="*/ 587375 h 714375"/>
                    <a:gd name="connsiteX5" fmla="*/ 66675 w 2572985"/>
                    <a:gd name="connsiteY5" fmla="*/ 590550 h 714375"/>
                    <a:gd name="connsiteX6" fmla="*/ 88900 w 2572985"/>
                    <a:gd name="connsiteY6" fmla="*/ 593725 h 714375"/>
                    <a:gd name="connsiteX7" fmla="*/ 92075 w 2572985"/>
                    <a:gd name="connsiteY7" fmla="*/ 546100 h 714375"/>
                    <a:gd name="connsiteX8" fmla="*/ 0 w 2572985"/>
                    <a:gd name="connsiteY8" fmla="*/ 619125 h 714375"/>
                    <a:gd name="connsiteX9" fmla="*/ 6350 w 2572985"/>
                    <a:gd name="connsiteY9" fmla="*/ 714375 h 714375"/>
                    <a:gd name="connsiteX10" fmla="*/ 2565400 w 2572985"/>
                    <a:gd name="connsiteY10" fmla="*/ 714375 h 714375"/>
                    <a:gd name="connsiteX11" fmla="*/ 2565567 w 2572985"/>
                    <a:gd name="connsiteY11" fmla="*/ 205427 h 714375"/>
                    <a:gd name="connsiteX12" fmla="*/ 2295525 w 2572985"/>
                    <a:gd name="connsiteY12" fmla="*/ 0 h 714375"/>
                    <a:gd name="connsiteX13" fmla="*/ 225425 w 2572985"/>
                    <a:gd name="connsiteY13" fmla="*/ 0 h 714375"/>
                    <a:gd name="connsiteX0" fmla="*/ 225425 w 2575763"/>
                    <a:gd name="connsiteY0" fmla="*/ 0 h 714375"/>
                    <a:gd name="connsiteX1" fmla="*/ 6350 w 2575763"/>
                    <a:gd name="connsiteY1" fmla="*/ 177800 h 714375"/>
                    <a:gd name="connsiteX2" fmla="*/ 9525 w 2575763"/>
                    <a:gd name="connsiteY2" fmla="*/ 266700 h 714375"/>
                    <a:gd name="connsiteX3" fmla="*/ 2460625 w 2575763"/>
                    <a:gd name="connsiteY3" fmla="*/ 273050 h 714375"/>
                    <a:gd name="connsiteX4" fmla="*/ 2457450 w 2575763"/>
                    <a:gd name="connsiteY4" fmla="*/ 587375 h 714375"/>
                    <a:gd name="connsiteX5" fmla="*/ 66675 w 2575763"/>
                    <a:gd name="connsiteY5" fmla="*/ 590550 h 714375"/>
                    <a:gd name="connsiteX6" fmla="*/ 88900 w 2575763"/>
                    <a:gd name="connsiteY6" fmla="*/ 593725 h 714375"/>
                    <a:gd name="connsiteX7" fmla="*/ 92075 w 2575763"/>
                    <a:gd name="connsiteY7" fmla="*/ 546100 h 714375"/>
                    <a:gd name="connsiteX8" fmla="*/ 0 w 2575763"/>
                    <a:gd name="connsiteY8" fmla="*/ 619125 h 714375"/>
                    <a:gd name="connsiteX9" fmla="*/ 6350 w 2575763"/>
                    <a:gd name="connsiteY9" fmla="*/ 714375 h 714375"/>
                    <a:gd name="connsiteX10" fmla="*/ 2565400 w 2575763"/>
                    <a:gd name="connsiteY10" fmla="*/ 714375 h 714375"/>
                    <a:gd name="connsiteX11" fmla="*/ 2574145 w 2575763"/>
                    <a:gd name="connsiteY11" fmla="*/ 205427 h 714375"/>
                    <a:gd name="connsiteX12" fmla="*/ 2295525 w 2575763"/>
                    <a:gd name="connsiteY12" fmla="*/ 0 h 714375"/>
                    <a:gd name="connsiteX13" fmla="*/ 225425 w 2575763"/>
                    <a:gd name="connsiteY13" fmla="*/ 0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75763" h="714375">
                      <a:moveTo>
                        <a:pt x="225425" y="0"/>
                      </a:moveTo>
                      <a:lnTo>
                        <a:pt x="6350" y="177800"/>
                      </a:lnTo>
                      <a:lnTo>
                        <a:pt x="9525" y="266700"/>
                      </a:lnTo>
                      <a:lnTo>
                        <a:pt x="2460625" y="273050"/>
                      </a:lnTo>
                      <a:cubicBezTo>
                        <a:pt x="2459567" y="377825"/>
                        <a:pt x="2458508" y="482600"/>
                        <a:pt x="2457450" y="587375"/>
                      </a:cubicBezTo>
                      <a:lnTo>
                        <a:pt x="66675" y="590550"/>
                      </a:lnTo>
                      <a:cubicBezTo>
                        <a:pt x="69850" y="588433"/>
                        <a:pt x="85725" y="595842"/>
                        <a:pt x="88900" y="593725"/>
                      </a:cubicBezTo>
                      <a:lnTo>
                        <a:pt x="92075" y="546100"/>
                      </a:lnTo>
                      <a:lnTo>
                        <a:pt x="0" y="619125"/>
                      </a:lnTo>
                      <a:lnTo>
                        <a:pt x="6350" y="714375"/>
                      </a:lnTo>
                      <a:lnTo>
                        <a:pt x="2565400" y="714375"/>
                      </a:lnTo>
                      <a:cubicBezTo>
                        <a:pt x="2583392" y="672042"/>
                        <a:pt x="2572028" y="381110"/>
                        <a:pt x="2574145" y="205427"/>
                      </a:cubicBezTo>
                      <a:cubicBezTo>
                        <a:pt x="2488420" y="123935"/>
                        <a:pt x="2381250" y="65617"/>
                        <a:pt x="2295525" y="0"/>
                      </a:cubicBezTo>
                      <a:lnTo>
                        <a:pt x="2254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76200" dist="12700" dir="8100000" sy="-23000" kx="800400" algn="b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24" name="Rectangle 22">
                  <a:extLst>
                    <a:ext uri="{FF2B5EF4-FFF2-40B4-BE49-F238E27FC236}">
                      <a16:creationId xmlns:a16="http://schemas.microsoft.com/office/drawing/2014/main" xmlns="" id="{57595703-CFC5-46CA-BC8F-E855E400A462}"/>
                    </a:ext>
                  </a:extLst>
                </p:cNvPr>
                <p:cNvSpPr/>
                <p:nvPr/>
              </p:nvSpPr>
              <p:spPr>
                <a:xfrm>
                  <a:off x="3707904" y="3762375"/>
                  <a:ext cx="2376264" cy="321543"/>
                </a:xfrm>
                <a:custGeom>
                  <a:avLst/>
                  <a:gdLst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6264" h="321543">
                      <a:moveTo>
                        <a:pt x="0" y="0"/>
                      </a:moveTo>
                      <a:lnTo>
                        <a:pt x="2376264" y="0"/>
                      </a:lnTo>
                      <a:lnTo>
                        <a:pt x="2376264" y="321543"/>
                      </a:lnTo>
                      <a:lnTo>
                        <a:pt x="0" y="321543"/>
                      </a:lnTo>
                      <a:cubicBezTo>
                        <a:pt x="34925" y="258812"/>
                        <a:pt x="50800" y="110356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xmlns="" id="{1FDF4715-E514-40F7-93AB-41BAC649492F}"/>
                  </a:ext>
                </a:extLst>
              </p:cNvPr>
              <p:cNvGrpSpPr/>
              <p:nvPr/>
            </p:nvGrpSpPr>
            <p:grpSpPr>
              <a:xfrm>
                <a:off x="4035197" y="5083389"/>
                <a:ext cx="2071096" cy="442029"/>
                <a:chOff x="3644106" y="3130550"/>
                <a:chExt cx="2603340" cy="555625"/>
              </a:xfr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1" name="Freeform 18">
                  <a:extLst>
                    <a:ext uri="{FF2B5EF4-FFF2-40B4-BE49-F238E27FC236}">
                      <a16:creationId xmlns:a16="http://schemas.microsoft.com/office/drawing/2014/main" xmlns="" id="{4BB7E423-1BE8-4804-985B-54D7056AC2F7}"/>
                    </a:ext>
                  </a:extLst>
                </p:cNvPr>
                <p:cNvSpPr/>
                <p:nvPr/>
              </p:nvSpPr>
              <p:spPr>
                <a:xfrm>
                  <a:off x="3644106" y="3130550"/>
                  <a:ext cx="2603340" cy="555625"/>
                </a:xfrm>
                <a:custGeom>
                  <a:avLst/>
                  <a:gdLst>
                    <a:gd name="connsiteX0" fmla="*/ 47625 w 2552700"/>
                    <a:gd name="connsiteY0" fmla="*/ 374650 h 685800"/>
                    <a:gd name="connsiteX1" fmla="*/ 0 w 2552700"/>
                    <a:gd name="connsiteY1" fmla="*/ 422275 h 685800"/>
                    <a:gd name="connsiteX2" fmla="*/ 447675 w 2552700"/>
                    <a:gd name="connsiteY2" fmla="*/ 685800 h 685800"/>
                    <a:gd name="connsiteX3" fmla="*/ 2549525 w 2552700"/>
                    <a:gd name="connsiteY3" fmla="*/ 615950 h 685800"/>
                    <a:gd name="connsiteX4" fmla="*/ 2552700 w 2552700"/>
                    <a:gd name="connsiteY4" fmla="*/ 273050 h 685800"/>
                    <a:gd name="connsiteX5" fmla="*/ 1384300 w 2552700"/>
                    <a:gd name="connsiteY5" fmla="*/ 0 h 685800"/>
                    <a:gd name="connsiteX6" fmla="*/ 6350 w 2552700"/>
                    <a:gd name="connsiteY6" fmla="*/ 168275 h 685800"/>
                    <a:gd name="connsiteX7" fmla="*/ 3175 w 2552700"/>
                    <a:gd name="connsiteY7" fmla="*/ 206375 h 685800"/>
                    <a:gd name="connsiteX8" fmla="*/ 463550 w 2552700"/>
                    <a:gd name="connsiteY8" fmla="*/ 374650 h 685800"/>
                    <a:gd name="connsiteX9" fmla="*/ 2520950 w 2552700"/>
                    <a:gd name="connsiteY9" fmla="*/ 333375 h 685800"/>
                    <a:gd name="connsiteX10" fmla="*/ 2501900 w 2552700"/>
                    <a:gd name="connsiteY10" fmla="*/ 549275 h 685800"/>
                    <a:gd name="connsiteX11" fmla="*/ 473075 w 2552700"/>
                    <a:gd name="connsiteY11" fmla="*/ 622300 h 685800"/>
                    <a:gd name="connsiteX12" fmla="*/ 47625 w 2552700"/>
                    <a:gd name="connsiteY12" fmla="*/ 374650 h 685800"/>
                    <a:gd name="connsiteX0" fmla="*/ 47625 w 2552700"/>
                    <a:gd name="connsiteY0" fmla="*/ 263525 h 574675"/>
                    <a:gd name="connsiteX1" fmla="*/ 0 w 2552700"/>
                    <a:gd name="connsiteY1" fmla="*/ 311150 h 574675"/>
                    <a:gd name="connsiteX2" fmla="*/ 447675 w 2552700"/>
                    <a:gd name="connsiteY2" fmla="*/ 574675 h 574675"/>
                    <a:gd name="connsiteX3" fmla="*/ 2549525 w 2552700"/>
                    <a:gd name="connsiteY3" fmla="*/ 504825 h 574675"/>
                    <a:gd name="connsiteX4" fmla="*/ 2552700 w 2552700"/>
                    <a:gd name="connsiteY4" fmla="*/ 161925 h 574675"/>
                    <a:gd name="connsiteX5" fmla="*/ 1552575 w 2552700"/>
                    <a:gd name="connsiteY5" fmla="*/ 0 h 574675"/>
                    <a:gd name="connsiteX6" fmla="*/ 6350 w 2552700"/>
                    <a:gd name="connsiteY6" fmla="*/ 57150 h 574675"/>
                    <a:gd name="connsiteX7" fmla="*/ 3175 w 2552700"/>
                    <a:gd name="connsiteY7" fmla="*/ 95250 h 574675"/>
                    <a:gd name="connsiteX8" fmla="*/ 463550 w 2552700"/>
                    <a:gd name="connsiteY8" fmla="*/ 263525 h 574675"/>
                    <a:gd name="connsiteX9" fmla="*/ 2520950 w 2552700"/>
                    <a:gd name="connsiteY9" fmla="*/ 222250 h 574675"/>
                    <a:gd name="connsiteX10" fmla="*/ 2501900 w 2552700"/>
                    <a:gd name="connsiteY10" fmla="*/ 438150 h 574675"/>
                    <a:gd name="connsiteX11" fmla="*/ 473075 w 2552700"/>
                    <a:gd name="connsiteY11" fmla="*/ 511175 h 574675"/>
                    <a:gd name="connsiteX12" fmla="*/ 47625 w 2552700"/>
                    <a:gd name="connsiteY12" fmla="*/ 263525 h 574675"/>
                    <a:gd name="connsiteX0" fmla="*/ 47625 w 2552700"/>
                    <a:gd name="connsiteY0" fmla="*/ 244475 h 555625"/>
                    <a:gd name="connsiteX1" fmla="*/ 0 w 2552700"/>
                    <a:gd name="connsiteY1" fmla="*/ 292100 h 555625"/>
                    <a:gd name="connsiteX2" fmla="*/ 447675 w 2552700"/>
                    <a:gd name="connsiteY2" fmla="*/ 555625 h 555625"/>
                    <a:gd name="connsiteX3" fmla="*/ 2549525 w 2552700"/>
                    <a:gd name="connsiteY3" fmla="*/ 485775 h 555625"/>
                    <a:gd name="connsiteX4" fmla="*/ 2552700 w 2552700"/>
                    <a:gd name="connsiteY4" fmla="*/ 142875 h 555625"/>
                    <a:gd name="connsiteX5" fmla="*/ 1606550 w 2552700"/>
                    <a:gd name="connsiteY5" fmla="*/ 0 h 555625"/>
                    <a:gd name="connsiteX6" fmla="*/ 6350 w 2552700"/>
                    <a:gd name="connsiteY6" fmla="*/ 38100 h 555625"/>
                    <a:gd name="connsiteX7" fmla="*/ 3175 w 2552700"/>
                    <a:gd name="connsiteY7" fmla="*/ 76200 h 555625"/>
                    <a:gd name="connsiteX8" fmla="*/ 463550 w 2552700"/>
                    <a:gd name="connsiteY8" fmla="*/ 244475 h 555625"/>
                    <a:gd name="connsiteX9" fmla="*/ 2520950 w 2552700"/>
                    <a:gd name="connsiteY9" fmla="*/ 203200 h 555625"/>
                    <a:gd name="connsiteX10" fmla="*/ 2501900 w 2552700"/>
                    <a:gd name="connsiteY10" fmla="*/ 419100 h 555625"/>
                    <a:gd name="connsiteX11" fmla="*/ 473075 w 2552700"/>
                    <a:gd name="connsiteY11" fmla="*/ 492125 h 555625"/>
                    <a:gd name="connsiteX12" fmla="*/ 47625 w 2552700"/>
                    <a:gd name="connsiteY12" fmla="*/ 244475 h 555625"/>
                    <a:gd name="connsiteX0" fmla="*/ 47625 w 2585519"/>
                    <a:gd name="connsiteY0" fmla="*/ 244475 h 555625"/>
                    <a:gd name="connsiteX1" fmla="*/ 0 w 2585519"/>
                    <a:gd name="connsiteY1" fmla="*/ 292100 h 555625"/>
                    <a:gd name="connsiteX2" fmla="*/ 447675 w 2585519"/>
                    <a:gd name="connsiteY2" fmla="*/ 555625 h 555625"/>
                    <a:gd name="connsiteX3" fmla="*/ 2549525 w 2585519"/>
                    <a:gd name="connsiteY3" fmla="*/ 485775 h 555625"/>
                    <a:gd name="connsiteX4" fmla="*/ 2552700 w 2585519"/>
                    <a:gd name="connsiteY4" fmla="*/ 142875 h 555625"/>
                    <a:gd name="connsiteX5" fmla="*/ 1606550 w 2585519"/>
                    <a:gd name="connsiteY5" fmla="*/ 0 h 555625"/>
                    <a:gd name="connsiteX6" fmla="*/ 6350 w 2585519"/>
                    <a:gd name="connsiteY6" fmla="*/ 38100 h 555625"/>
                    <a:gd name="connsiteX7" fmla="*/ 3175 w 2585519"/>
                    <a:gd name="connsiteY7" fmla="*/ 76200 h 555625"/>
                    <a:gd name="connsiteX8" fmla="*/ 463550 w 2585519"/>
                    <a:gd name="connsiteY8" fmla="*/ 244475 h 555625"/>
                    <a:gd name="connsiteX9" fmla="*/ 2520950 w 2585519"/>
                    <a:gd name="connsiteY9" fmla="*/ 203200 h 555625"/>
                    <a:gd name="connsiteX10" fmla="*/ 2501900 w 2585519"/>
                    <a:gd name="connsiteY10" fmla="*/ 419100 h 555625"/>
                    <a:gd name="connsiteX11" fmla="*/ 473075 w 2585519"/>
                    <a:gd name="connsiteY11" fmla="*/ 492125 h 555625"/>
                    <a:gd name="connsiteX12" fmla="*/ 47625 w 2585519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520950 w 2599371"/>
                    <a:gd name="connsiteY9" fmla="*/ 203200 h 555625"/>
                    <a:gd name="connsiteX10" fmla="*/ 2501900 w 2599371"/>
                    <a:gd name="connsiteY10" fmla="*/ 41910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501900 w 2599371"/>
                    <a:gd name="connsiteY10" fmla="*/ 41910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527300 w 2599371"/>
                    <a:gd name="connsiteY10" fmla="*/ 307975 h 555625"/>
                    <a:gd name="connsiteX11" fmla="*/ 2501900 w 2599371"/>
                    <a:gd name="connsiteY11" fmla="*/ 419100 h 555625"/>
                    <a:gd name="connsiteX12" fmla="*/ 473075 w 2599371"/>
                    <a:gd name="connsiteY12" fmla="*/ 492125 h 555625"/>
                    <a:gd name="connsiteX13" fmla="*/ 47625 w 2599371"/>
                    <a:gd name="connsiteY13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527300 w 2599371"/>
                    <a:gd name="connsiteY10" fmla="*/ 307975 h 555625"/>
                    <a:gd name="connsiteX11" fmla="*/ 2479675 w 2599371"/>
                    <a:gd name="connsiteY11" fmla="*/ 425450 h 555625"/>
                    <a:gd name="connsiteX12" fmla="*/ 473075 w 2599371"/>
                    <a:gd name="connsiteY12" fmla="*/ 492125 h 555625"/>
                    <a:gd name="connsiteX13" fmla="*/ 47625 w 2599371"/>
                    <a:gd name="connsiteY13" fmla="*/ 244475 h 555625"/>
                    <a:gd name="connsiteX0" fmla="*/ 47625 w 2740156"/>
                    <a:gd name="connsiteY0" fmla="*/ 244475 h 555625"/>
                    <a:gd name="connsiteX1" fmla="*/ 0 w 2740156"/>
                    <a:gd name="connsiteY1" fmla="*/ 292100 h 555625"/>
                    <a:gd name="connsiteX2" fmla="*/ 447675 w 2740156"/>
                    <a:gd name="connsiteY2" fmla="*/ 555625 h 555625"/>
                    <a:gd name="connsiteX3" fmla="*/ 2549525 w 2740156"/>
                    <a:gd name="connsiteY3" fmla="*/ 485775 h 555625"/>
                    <a:gd name="connsiteX4" fmla="*/ 2552700 w 2740156"/>
                    <a:gd name="connsiteY4" fmla="*/ 142875 h 555625"/>
                    <a:gd name="connsiteX5" fmla="*/ 1606550 w 2740156"/>
                    <a:gd name="connsiteY5" fmla="*/ 0 h 555625"/>
                    <a:gd name="connsiteX6" fmla="*/ 6350 w 2740156"/>
                    <a:gd name="connsiteY6" fmla="*/ 38100 h 555625"/>
                    <a:gd name="connsiteX7" fmla="*/ 3175 w 2740156"/>
                    <a:gd name="connsiteY7" fmla="*/ 76200 h 555625"/>
                    <a:gd name="connsiteX8" fmla="*/ 463550 w 2740156"/>
                    <a:gd name="connsiteY8" fmla="*/ 244475 h 555625"/>
                    <a:gd name="connsiteX9" fmla="*/ 2495550 w 2740156"/>
                    <a:gd name="connsiteY9" fmla="*/ 206375 h 555625"/>
                    <a:gd name="connsiteX10" fmla="*/ 2479675 w 2740156"/>
                    <a:gd name="connsiteY10" fmla="*/ 425450 h 555625"/>
                    <a:gd name="connsiteX11" fmla="*/ 473075 w 2740156"/>
                    <a:gd name="connsiteY11" fmla="*/ 492125 h 555625"/>
                    <a:gd name="connsiteX12" fmla="*/ 47625 w 2740156"/>
                    <a:gd name="connsiteY12" fmla="*/ 244475 h 555625"/>
                    <a:gd name="connsiteX0" fmla="*/ 47625 w 2646925"/>
                    <a:gd name="connsiteY0" fmla="*/ 244475 h 555625"/>
                    <a:gd name="connsiteX1" fmla="*/ 0 w 2646925"/>
                    <a:gd name="connsiteY1" fmla="*/ 292100 h 555625"/>
                    <a:gd name="connsiteX2" fmla="*/ 447675 w 2646925"/>
                    <a:gd name="connsiteY2" fmla="*/ 555625 h 555625"/>
                    <a:gd name="connsiteX3" fmla="*/ 2549525 w 2646925"/>
                    <a:gd name="connsiteY3" fmla="*/ 485775 h 555625"/>
                    <a:gd name="connsiteX4" fmla="*/ 2552700 w 2646925"/>
                    <a:gd name="connsiteY4" fmla="*/ 142875 h 555625"/>
                    <a:gd name="connsiteX5" fmla="*/ 1606550 w 2646925"/>
                    <a:gd name="connsiteY5" fmla="*/ 0 h 555625"/>
                    <a:gd name="connsiteX6" fmla="*/ 6350 w 2646925"/>
                    <a:gd name="connsiteY6" fmla="*/ 38100 h 555625"/>
                    <a:gd name="connsiteX7" fmla="*/ 3175 w 2646925"/>
                    <a:gd name="connsiteY7" fmla="*/ 76200 h 555625"/>
                    <a:gd name="connsiteX8" fmla="*/ 463550 w 2646925"/>
                    <a:gd name="connsiteY8" fmla="*/ 244475 h 555625"/>
                    <a:gd name="connsiteX9" fmla="*/ 2495550 w 2646925"/>
                    <a:gd name="connsiteY9" fmla="*/ 206375 h 555625"/>
                    <a:gd name="connsiteX10" fmla="*/ 2479675 w 2646925"/>
                    <a:gd name="connsiteY10" fmla="*/ 425450 h 555625"/>
                    <a:gd name="connsiteX11" fmla="*/ 473075 w 2646925"/>
                    <a:gd name="connsiteY11" fmla="*/ 492125 h 555625"/>
                    <a:gd name="connsiteX12" fmla="*/ 47625 w 2646925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24625 w 2608121"/>
                    <a:gd name="connsiteY0" fmla="*/ 244475 h 555625"/>
                    <a:gd name="connsiteX1" fmla="*/ 8750 w 2608121"/>
                    <a:gd name="connsiteY1" fmla="*/ 292100 h 555625"/>
                    <a:gd name="connsiteX2" fmla="*/ 456425 w 2608121"/>
                    <a:gd name="connsiteY2" fmla="*/ 555625 h 555625"/>
                    <a:gd name="connsiteX3" fmla="*/ 2558275 w 2608121"/>
                    <a:gd name="connsiteY3" fmla="*/ 485775 h 555625"/>
                    <a:gd name="connsiteX4" fmla="*/ 2561450 w 2608121"/>
                    <a:gd name="connsiteY4" fmla="*/ 142875 h 555625"/>
                    <a:gd name="connsiteX5" fmla="*/ 1615300 w 2608121"/>
                    <a:gd name="connsiteY5" fmla="*/ 0 h 555625"/>
                    <a:gd name="connsiteX6" fmla="*/ 15100 w 2608121"/>
                    <a:gd name="connsiteY6" fmla="*/ 38100 h 555625"/>
                    <a:gd name="connsiteX7" fmla="*/ 11925 w 2608121"/>
                    <a:gd name="connsiteY7" fmla="*/ 76200 h 555625"/>
                    <a:gd name="connsiteX8" fmla="*/ 472300 w 2608121"/>
                    <a:gd name="connsiteY8" fmla="*/ 244475 h 555625"/>
                    <a:gd name="connsiteX9" fmla="*/ 2478900 w 2608121"/>
                    <a:gd name="connsiteY9" fmla="*/ 209550 h 555625"/>
                    <a:gd name="connsiteX10" fmla="*/ 2488425 w 2608121"/>
                    <a:gd name="connsiteY10" fmla="*/ 425450 h 555625"/>
                    <a:gd name="connsiteX11" fmla="*/ 481825 w 2608121"/>
                    <a:gd name="connsiteY11" fmla="*/ 492125 h 555625"/>
                    <a:gd name="connsiteX12" fmla="*/ 24625 w 2608121"/>
                    <a:gd name="connsiteY12" fmla="*/ 244475 h 555625"/>
                    <a:gd name="connsiteX0" fmla="*/ 20208 w 2622754"/>
                    <a:gd name="connsiteY0" fmla="*/ 244475 h 555625"/>
                    <a:gd name="connsiteX1" fmla="*/ 23383 w 2622754"/>
                    <a:gd name="connsiteY1" fmla="*/ 292100 h 555625"/>
                    <a:gd name="connsiteX2" fmla="*/ 471058 w 2622754"/>
                    <a:gd name="connsiteY2" fmla="*/ 555625 h 555625"/>
                    <a:gd name="connsiteX3" fmla="*/ 2572908 w 2622754"/>
                    <a:gd name="connsiteY3" fmla="*/ 485775 h 555625"/>
                    <a:gd name="connsiteX4" fmla="*/ 2576083 w 2622754"/>
                    <a:gd name="connsiteY4" fmla="*/ 142875 h 555625"/>
                    <a:gd name="connsiteX5" fmla="*/ 1629933 w 2622754"/>
                    <a:gd name="connsiteY5" fmla="*/ 0 h 555625"/>
                    <a:gd name="connsiteX6" fmla="*/ 29733 w 2622754"/>
                    <a:gd name="connsiteY6" fmla="*/ 38100 h 555625"/>
                    <a:gd name="connsiteX7" fmla="*/ 26558 w 2622754"/>
                    <a:gd name="connsiteY7" fmla="*/ 76200 h 555625"/>
                    <a:gd name="connsiteX8" fmla="*/ 486933 w 2622754"/>
                    <a:gd name="connsiteY8" fmla="*/ 244475 h 555625"/>
                    <a:gd name="connsiteX9" fmla="*/ 2493533 w 2622754"/>
                    <a:gd name="connsiteY9" fmla="*/ 209550 h 555625"/>
                    <a:gd name="connsiteX10" fmla="*/ 2503058 w 2622754"/>
                    <a:gd name="connsiteY10" fmla="*/ 425450 h 555625"/>
                    <a:gd name="connsiteX11" fmla="*/ 496458 w 2622754"/>
                    <a:gd name="connsiteY11" fmla="*/ 492125 h 555625"/>
                    <a:gd name="connsiteX12" fmla="*/ 20208 w 2622754"/>
                    <a:gd name="connsiteY12" fmla="*/ 244475 h 555625"/>
                    <a:gd name="connsiteX0" fmla="*/ 63500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63500 w 2599371"/>
                    <a:gd name="connsiteY12" fmla="*/ 244475 h 555625"/>
                    <a:gd name="connsiteX0" fmla="*/ 63500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85775 w 2599371"/>
                    <a:gd name="connsiteY11" fmla="*/ 488950 h 555625"/>
                    <a:gd name="connsiteX12" fmla="*/ 63500 w 2599371"/>
                    <a:gd name="connsiteY12" fmla="*/ 244475 h 555625"/>
                    <a:gd name="connsiteX0" fmla="*/ 96355 w 2632226"/>
                    <a:gd name="connsiteY0" fmla="*/ 244475 h 555625"/>
                    <a:gd name="connsiteX1" fmla="*/ 36030 w 2632226"/>
                    <a:gd name="connsiteY1" fmla="*/ 247650 h 555625"/>
                    <a:gd name="connsiteX2" fmla="*/ 32855 w 2632226"/>
                    <a:gd name="connsiteY2" fmla="*/ 292100 h 555625"/>
                    <a:gd name="connsiteX3" fmla="*/ 480530 w 2632226"/>
                    <a:gd name="connsiteY3" fmla="*/ 555625 h 555625"/>
                    <a:gd name="connsiteX4" fmla="*/ 2582380 w 2632226"/>
                    <a:gd name="connsiteY4" fmla="*/ 485775 h 555625"/>
                    <a:gd name="connsiteX5" fmla="*/ 2585555 w 2632226"/>
                    <a:gd name="connsiteY5" fmla="*/ 142875 h 555625"/>
                    <a:gd name="connsiteX6" fmla="*/ 1639405 w 2632226"/>
                    <a:gd name="connsiteY6" fmla="*/ 0 h 555625"/>
                    <a:gd name="connsiteX7" fmla="*/ 39205 w 2632226"/>
                    <a:gd name="connsiteY7" fmla="*/ 38100 h 555625"/>
                    <a:gd name="connsiteX8" fmla="*/ 36030 w 2632226"/>
                    <a:gd name="connsiteY8" fmla="*/ 76200 h 555625"/>
                    <a:gd name="connsiteX9" fmla="*/ 496405 w 2632226"/>
                    <a:gd name="connsiteY9" fmla="*/ 244475 h 555625"/>
                    <a:gd name="connsiteX10" fmla="*/ 2503005 w 2632226"/>
                    <a:gd name="connsiteY10" fmla="*/ 209550 h 555625"/>
                    <a:gd name="connsiteX11" fmla="*/ 2512530 w 2632226"/>
                    <a:gd name="connsiteY11" fmla="*/ 425450 h 555625"/>
                    <a:gd name="connsiteX12" fmla="*/ 518630 w 2632226"/>
                    <a:gd name="connsiteY12" fmla="*/ 488950 h 555625"/>
                    <a:gd name="connsiteX13" fmla="*/ 96355 w 2632226"/>
                    <a:gd name="connsiteY13" fmla="*/ 244475 h 555625"/>
                    <a:gd name="connsiteX0" fmla="*/ 105580 w 2641451"/>
                    <a:gd name="connsiteY0" fmla="*/ 244475 h 555625"/>
                    <a:gd name="connsiteX1" fmla="*/ 19061 w 2641451"/>
                    <a:gd name="connsiteY1" fmla="*/ 226218 h 555625"/>
                    <a:gd name="connsiteX2" fmla="*/ 42080 w 2641451"/>
                    <a:gd name="connsiteY2" fmla="*/ 292100 h 555625"/>
                    <a:gd name="connsiteX3" fmla="*/ 489755 w 2641451"/>
                    <a:gd name="connsiteY3" fmla="*/ 555625 h 555625"/>
                    <a:gd name="connsiteX4" fmla="*/ 2591605 w 2641451"/>
                    <a:gd name="connsiteY4" fmla="*/ 485775 h 555625"/>
                    <a:gd name="connsiteX5" fmla="*/ 2594780 w 2641451"/>
                    <a:gd name="connsiteY5" fmla="*/ 142875 h 555625"/>
                    <a:gd name="connsiteX6" fmla="*/ 1648630 w 2641451"/>
                    <a:gd name="connsiteY6" fmla="*/ 0 h 555625"/>
                    <a:gd name="connsiteX7" fmla="*/ 48430 w 2641451"/>
                    <a:gd name="connsiteY7" fmla="*/ 38100 h 555625"/>
                    <a:gd name="connsiteX8" fmla="*/ 45255 w 2641451"/>
                    <a:gd name="connsiteY8" fmla="*/ 76200 h 555625"/>
                    <a:gd name="connsiteX9" fmla="*/ 505630 w 2641451"/>
                    <a:gd name="connsiteY9" fmla="*/ 244475 h 555625"/>
                    <a:gd name="connsiteX10" fmla="*/ 2512230 w 2641451"/>
                    <a:gd name="connsiteY10" fmla="*/ 209550 h 555625"/>
                    <a:gd name="connsiteX11" fmla="*/ 2521755 w 2641451"/>
                    <a:gd name="connsiteY11" fmla="*/ 425450 h 555625"/>
                    <a:gd name="connsiteX12" fmla="*/ 527855 w 2641451"/>
                    <a:gd name="connsiteY12" fmla="*/ 488950 h 555625"/>
                    <a:gd name="connsiteX13" fmla="*/ 105580 w 2641451"/>
                    <a:gd name="connsiteY13" fmla="*/ 244475 h 555625"/>
                    <a:gd name="connsiteX0" fmla="*/ 100036 w 2635907"/>
                    <a:gd name="connsiteY0" fmla="*/ 244475 h 555625"/>
                    <a:gd name="connsiteX1" fmla="*/ 27804 w 2635907"/>
                    <a:gd name="connsiteY1" fmla="*/ 266699 h 555625"/>
                    <a:gd name="connsiteX2" fmla="*/ 36536 w 2635907"/>
                    <a:gd name="connsiteY2" fmla="*/ 292100 h 555625"/>
                    <a:gd name="connsiteX3" fmla="*/ 484211 w 2635907"/>
                    <a:gd name="connsiteY3" fmla="*/ 555625 h 555625"/>
                    <a:gd name="connsiteX4" fmla="*/ 2586061 w 2635907"/>
                    <a:gd name="connsiteY4" fmla="*/ 485775 h 555625"/>
                    <a:gd name="connsiteX5" fmla="*/ 2589236 w 2635907"/>
                    <a:gd name="connsiteY5" fmla="*/ 142875 h 555625"/>
                    <a:gd name="connsiteX6" fmla="*/ 1643086 w 2635907"/>
                    <a:gd name="connsiteY6" fmla="*/ 0 h 555625"/>
                    <a:gd name="connsiteX7" fmla="*/ 42886 w 2635907"/>
                    <a:gd name="connsiteY7" fmla="*/ 38100 h 555625"/>
                    <a:gd name="connsiteX8" fmla="*/ 39711 w 2635907"/>
                    <a:gd name="connsiteY8" fmla="*/ 76200 h 555625"/>
                    <a:gd name="connsiteX9" fmla="*/ 500086 w 2635907"/>
                    <a:gd name="connsiteY9" fmla="*/ 244475 h 555625"/>
                    <a:gd name="connsiteX10" fmla="*/ 2506686 w 2635907"/>
                    <a:gd name="connsiteY10" fmla="*/ 209550 h 555625"/>
                    <a:gd name="connsiteX11" fmla="*/ 2516211 w 2635907"/>
                    <a:gd name="connsiteY11" fmla="*/ 425450 h 555625"/>
                    <a:gd name="connsiteX12" fmla="*/ 522311 w 2635907"/>
                    <a:gd name="connsiteY12" fmla="*/ 488950 h 555625"/>
                    <a:gd name="connsiteX13" fmla="*/ 100036 w 2635907"/>
                    <a:gd name="connsiteY13" fmla="*/ 244475 h 555625"/>
                    <a:gd name="connsiteX0" fmla="*/ 103571 w 2639442"/>
                    <a:gd name="connsiteY0" fmla="*/ 244475 h 555625"/>
                    <a:gd name="connsiteX1" fmla="*/ 21814 w 2639442"/>
                    <a:gd name="connsiteY1" fmla="*/ 226218 h 555625"/>
                    <a:gd name="connsiteX2" fmla="*/ 40071 w 2639442"/>
                    <a:gd name="connsiteY2" fmla="*/ 292100 h 555625"/>
                    <a:gd name="connsiteX3" fmla="*/ 487746 w 2639442"/>
                    <a:gd name="connsiteY3" fmla="*/ 555625 h 555625"/>
                    <a:gd name="connsiteX4" fmla="*/ 2589596 w 2639442"/>
                    <a:gd name="connsiteY4" fmla="*/ 485775 h 555625"/>
                    <a:gd name="connsiteX5" fmla="*/ 2592771 w 2639442"/>
                    <a:gd name="connsiteY5" fmla="*/ 142875 h 555625"/>
                    <a:gd name="connsiteX6" fmla="*/ 1646621 w 2639442"/>
                    <a:gd name="connsiteY6" fmla="*/ 0 h 555625"/>
                    <a:gd name="connsiteX7" fmla="*/ 46421 w 2639442"/>
                    <a:gd name="connsiteY7" fmla="*/ 38100 h 555625"/>
                    <a:gd name="connsiteX8" fmla="*/ 43246 w 2639442"/>
                    <a:gd name="connsiteY8" fmla="*/ 76200 h 555625"/>
                    <a:gd name="connsiteX9" fmla="*/ 503621 w 2639442"/>
                    <a:gd name="connsiteY9" fmla="*/ 244475 h 555625"/>
                    <a:gd name="connsiteX10" fmla="*/ 2510221 w 2639442"/>
                    <a:gd name="connsiteY10" fmla="*/ 209550 h 555625"/>
                    <a:gd name="connsiteX11" fmla="*/ 2519746 w 2639442"/>
                    <a:gd name="connsiteY11" fmla="*/ 425450 h 555625"/>
                    <a:gd name="connsiteX12" fmla="*/ 525846 w 2639442"/>
                    <a:gd name="connsiteY12" fmla="*/ 488950 h 555625"/>
                    <a:gd name="connsiteX13" fmla="*/ 103571 w 2639442"/>
                    <a:gd name="connsiteY13" fmla="*/ 244475 h 555625"/>
                    <a:gd name="connsiteX0" fmla="*/ 103571 w 2639442"/>
                    <a:gd name="connsiteY0" fmla="*/ 244475 h 555625"/>
                    <a:gd name="connsiteX1" fmla="*/ 21814 w 2639442"/>
                    <a:gd name="connsiteY1" fmla="*/ 226218 h 555625"/>
                    <a:gd name="connsiteX2" fmla="*/ 40071 w 2639442"/>
                    <a:gd name="connsiteY2" fmla="*/ 292100 h 555625"/>
                    <a:gd name="connsiteX3" fmla="*/ 487746 w 2639442"/>
                    <a:gd name="connsiteY3" fmla="*/ 555625 h 555625"/>
                    <a:gd name="connsiteX4" fmla="*/ 2589596 w 2639442"/>
                    <a:gd name="connsiteY4" fmla="*/ 485775 h 555625"/>
                    <a:gd name="connsiteX5" fmla="*/ 2592771 w 2639442"/>
                    <a:gd name="connsiteY5" fmla="*/ 142875 h 555625"/>
                    <a:gd name="connsiteX6" fmla="*/ 1646621 w 2639442"/>
                    <a:gd name="connsiteY6" fmla="*/ 0 h 555625"/>
                    <a:gd name="connsiteX7" fmla="*/ 46421 w 2639442"/>
                    <a:gd name="connsiteY7" fmla="*/ 38100 h 555625"/>
                    <a:gd name="connsiteX8" fmla="*/ 43246 w 2639442"/>
                    <a:gd name="connsiteY8" fmla="*/ 76200 h 555625"/>
                    <a:gd name="connsiteX9" fmla="*/ 503621 w 2639442"/>
                    <a:gd name="connsiteY9" fmla="*/ 244475 h 555625"/>
                    <a:gd name="connsiteX10" fmla="*/ 2510221 w 2639442"/>
                    <a:gd name="connsiteY10" fmla="*/ 209550 h 555625"/>
                    <a:gd name="connsiteX11" fmla="*/ 2519746 w 2639442"/>
                    <a:gd name="connsiteY11" fmla="*/ 425450 h 555625"/>
                    <a:gd name="connsiteX12" fmla="*/ 525846 w 2639442"/>
                    <a:gd name="connsiteY12" fmla="*/ 488950 h 555625"/>
                    <a:gd name="connsiteX13" fmla="*/ 103571 w 2639442"/>
                    <a:gd name="connsiteY13" fmla="*/ 244475 h 555625"/>
                    <a:gd name="connsiteX0" fmla="*/ 98616 w 2634487"/>
                    <a:gd name="connsiteY0" fmla="*/ 244475 h 555625"/>
                    <a:gd name="connsiteX1" fmla="*/ 16859 w 2634487"/>
                    <a:gd name="connsiteY1" fmla="*/ 226218 h 555625"/>
                    <a:gd name="connsiteX2" fmla="*/ 35116 w 2634487"/>
                    <a:gd name="connsiteY2" fmla="*/ 292100 h 555625"/>
                    <a:gd name="connsiteX3" fmla="*/ 482791 w 2634487"/>
                    <a:gd name="connsiteY3" fmla="*/ 555625 h 555625"/>
                    <a:gd name="connsiteX4" fmla="*/ 2584641 w 2634487"/>
                    <a:gd name="connsiteY4" fmla="*/ 485775 h 555625"/>
                    <a:gd name="connsiteX5" fmla="*/ 2587816 w 2634487"/>
                    <a:gd name="connsiteY5" fmla="*/ 142875 h 555625"/>
                    <a:gd name="connsiteX6" fmla="*/ 1641666 w 2634487"/>
                    <a:gd name="connsiteY6" fmla="*/ 0 h 555625"/>
                    <a:gd name="connsiteX7" fmla="*/ 41466 w 2634487"/>
                    <a:gd name="connsiteY7" fmla="*/ 38100 h 555625"/>
                    <a:gd name="connsiteX8" fmla="*/ 38291 w 2634487"/>
                    <a:gd name="connsiteY8" fmla="*/ 76200 h 555625"/>
                    <a:gd name="connsiteX9" fmla="*/ 498666 w 2634487"/>
                    <a:gd name="connsiteY9" fmla="*/ 244475 h 555625"/>
                    <a:gd name="connsiteX10" fmla="*/ 2505266 w 2634487"/>
                    <a:gd name="connsiteY10" fmla="*/ 209550 h 555625"/>
                    <a:gd name="connsiteX11" fmla="*/ 2514791 w 2634487"/>
                    <a:gd name="connsiteY11" fmla="*/ 425450 h 555625"/>
                    <a:gd name="connsiteX12" fmla="*/ 520891 w 2634487"/>
                    <a:gd name="connsiteY12" fmla="*/ 488950 h 555625"/>
                    <a:gd name="connsiteX13" fmla="*/ 98616 w 2634487"/>
                    <a:gd name="connsiteY13" fmla="*/ 244475 h 555625"/>
                    <a:gd name="connsiteX0" fmla="*/ 81757 w 2617628"/>
                    <a:gd name="connsiteY0" fmla="*/ 244475 h 555625"/>
                    <a:gd name="connsiteX1" fmla="*/ 0 w 2617628"/>
                    <a:gd name="connsiteY1" fmla="*/ 226218 h 555625"/>
                    <a:gd name="connsiteX2" fmla="*/ 18257 w 2617628"/>
                    <a:gd name="connsiteY2" fmla="*/ 292100 h 555625"/>
                    <a:gd name="connsiteX3" fmla="*/ 465932 w 2617628"/>
                    <a:gd name="connsiteY3" fmla="*/ 555625 h 555625"/>
                    <a:gd name="connsiteX4" fmla="*/ 2567782 w 2617628"/>
                    <a:gd name="connsiteY4" fmla="*/ 485775 h 555625"/>
                    <a:gd name="connsiteX5" fmla="*/ 2570957 w 2617628"/>
                    <a:gd name="connsiteY5" fmla="*/ 142875 h 555625"/>
                    <a:gd name="connsiteX6" fmla="*/ 1624807 w 2617628"/>
                    <a:gd name="connsiteY6" fmla="*/ 0 h 555625"/>
                    <a:gd name="connsiteX7" fmla="*/ 24607 w 2617628"/>
                    <a:gd name="connsiteY7" fmla="*/ 38100 h 555625"/>
                    <a:gd name="connsiteX8" fmla="*/ 21432 w 2617628"/>
                    <a:gd name="connsiteY8" fmla="*/ 76200 h 555625"/>
                    <a:gd name="connsiteX9" fmla="*/ 481807 w 2617628"/>
                    <a:gd name="connsiteY9" fmla="*/ 244475 h 555625"/>
                    <a:gd name="connsiteX10" fmla="*/ 2488407 w 2617628"/>
                    <a:gd name="connsiteY10" fmla="*/ 209550 h 555625"/>
                    <a:gd name="connsiteX11" fmla="*/ 2497932 w 2617628"/>
                    <a:gd name="connsiteY11" fmla="*/ 425450 h 555625"/>
                    <a:gd name="connsiteX12" fmla="*/ 504032 w 2617628"/>
                    <a:gd name="connsiteY12" fmla="*/ 488950 h 555625"/>
                    <a:gd name="connsiteX13" fmla="*/ 81757 w 2617628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7649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8100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7649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8100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2887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8100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2887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9844 w 2603340"/>
                    <a:gd name="connsiteY7" fmla="*/ 33337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2887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0955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603340" h="555625">
                      <a:moveTo>
                        <a:pt x="67469" y="244475"/>
                      </a:moveTo>
                      <a:cubicBezTo>
                        <a:pt x="66940" y="247651"/>
                        <a:pt x="46301" y="239713"/>
                        <a:pt x="0" y="242887"/>
                      </a:cubicBezTo>
                      <a:cubicBezTo>
                        <a:pt x="6086" y="288924"/>
                        <a:pt x="-2116" y="262732"/>
                        <a:pt x="3969" y="292100"/>
                      </a:cubicBezTo>
                      <a:lnTo>
                        <a:pt x="451644" y="555625"/>
                      </a:lnTo>
                      <a:lnTo>
                        <a:pt x="2553494" y="485775"/>
                      </a:lnTo>
                      <a:cubicBezTo>
                        <a:pt x="2605352" y="396875"/>
                        <a:pt x="2631811" y="276225"/>
                        <a:pt x="2556669" y="142875"/>
                      </a:cubicBezTo>
                      <a:lnTo>
                        <a:pt x="1610519" y="0"/>
                      </a:lnTo>
                      <a:lnTo>
                        <a:pt x="10319" y="30955"/>
                      </a:lnTo>
                      <a:lnTo>
                        <a:pt x="7144" y="76200"/>
                      </a:lnTo>
                      <a:lnTo>
                        <a:pt x="467519" y="244475"/>
                      </a:lnTo>
                      <a:lnTo>
                        <a:pt x="2474119" y="209550"/>
                      </a:lnTo>
                      <a:cubicBezTo>
                        <a:pt x="2527565" y="280988"/>
                        <a:pt x="2515923" y="346075"/>
                        <a:pt x="2483644" y="425450"/>
                      </a:cubicBezTo>
                      <a:lnTo>
                        <a:pt x="489744" y="488950"/>
                      </a:lnTo>
                      <a:lnTo>
                        <a:pt x="67469" y="244475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122" name="Freeform 19">
                  <a:extLst>
                    <a:ext uri="{FF2B5EF4-FFF2-40B4-BE49-F238E27FC236}">
                      <a16:creationId xmlns:a16="http://schemas.microsoft.com/office/drawing/2014/main" xmlns="" id="{13C93367-0BA3-42FE-8517-224783001A95}"/>
                    </a:ext>
                  </a:extLst>
                </p:cNvPr>
                <p:cNvSpPr/>
                <p:nvPr/>
              </p:nvSpPr>
              <p:spPr>
                <a:xfrm>
                  <a:off x="3695702" y="3233738"/>
                  <a:ext cx="2458684" cy="383382"/>
                </a:xfrm>
                <a:custGeom>
                  <a:avLst/>
                  <a:gdLst>
                    <a:gd name="connsiteX0" fmla="*/ 7144 w 2424113"/>
                    <a:gd name="connsiteY0" fmla="*/ 0 h 378619"/>
                    <a:gd name="connsiteX1" fmla="*/ 0 w 2424113"/>
                    <a:gd name="connsiteY1" fmla="*/ 130969 h 378619"/>
                    <a:gd name="connsiteX2" fmla="*/ 431007 w 2424113"/>
                    <a:gd name="connsiteY2" fmla="*/ 378619 h 378619"/>
                    <a:gd name="connsiteX3" fmla="*/ 2424113 w 2424113"/>
                    <a:gd name="connsiteY3" fmla="*/ 304800 h 378619"/>
                    <a:gd name="connsiteX4" fmla="*/ 2414588 w 2424113"/>
                    <a:gd name="connsiteY4" fmla="*/ 109538 h 378619"/>
                    <a:gd name="connsiteX5" fmla="*/ 428625 w 2424113"/>
                    <a:gd name="connsiteY5" fmla="*/ 150019 h 378619"/>
                    <a:gd name="connsiteX6" fmla="*/ 7144 w 2424113"/>
                    <a:gd name="connsiteY6" fmla="*/ 0 h 378619"/>
                    <a:gd name="connsiteX0" fmla="*/ 7144 w 2436996"/>
                    <a:gd name="connsiteY0" fmla="*/ 0 h 378619"/>
                    <a:gd name="connsiteX1" fmla="*/ 0 w 2436996"/>
                    <a:gd name="connsiteY1" fmla="*/ 130969 h 378619"/>
                    <a:gd name="connsiteX2" fmla="*/ 431007 w 2436996"/>
                    <a:gd name="connsiteY2" fmla="*/ 378619 h 378619"/>
                    <a:gd name="connsiteX3" fmla="*/ 2424113 w 2436996"/>
                    <a:gd name="connsiteY3" fmla="*/ 304800 h 378619"/>
                    <a:gd name="connsiteX4" fmla="*/ 2414588 w 2436996"/>
                    <a:gd name="connsiteY4" fmla="*/ 109538 h 378619"/>
                    <a:gd name="connsiteX5" fmla="*/ 428625 w 2436996"/>
                    <a:gd name="connsiteY5" fmla="*/ 150019 h 378619"/>
                    <a:gd name="connsiteX6" fmla="*/ 7144 w 2436996"/>
                    <a:gd name="connsiteY6" fmla="*/ 0 h 378619"/>
                    <a:gd name="connsiteX0" fmla="*/ 7144 w 2448855"/>
                    <a:gd name="connsiteY0" fmla="*/ 0 h 378619"/>
                    <a:gd name="connsiteX1" fmla="*/ 0 w 2448855"/>
                    <a:gd name="connsiteY1" fmla="*/ 130969 h 378619"/>
                    <a:gd name="connsiteX2" fmla="*/ 431007 w 2448855"/>
                    <a:gd name="connsiteY2" fmla="*/ 378619 h 378619"/>
                    <a:gd name="connsiteX3" fmla="*/ 2424113 w 2448855"/>
                    <a:gd name="connsiteY3" fmla="*/ 304800 h 378619"/>
                    <a:gd name="connsiteX4" fmla="*/ 2414588 w 2448855"/>
                    <a:gd name="connsiteY4" fmla="*/ 109538 h 378619"/>
                    <a:gd name="connsiteX5" fmla="*/ 428625 w 2448855"/>
                    <a:gd name="connsiteY5" fmla="*/ 150019 h 378619"/>
                    <a:gd name="connsiteX6" fmla="*/ 7144 w 2448855"/>
                    <a:gd name="connsiteY6" fmla="*/ 0 h 378619"/>
                    <a:gd name="connsiteX0" fmla="*/ 7144 w 2444270"/>
                    <a:gd name="connsiteY0" fmla="*/ 0 h 378619"/>
                    <a:gd name="connsiteX1" fmla="*/ 0 w 2444270"/>
                    <a:gd name="connsiteY1" fmla="*/ 130969 h 378619"/>
                    <a:gd name="connsiteX2" fmla="*/ 431007 w 2444270"/>
                    <a:gd name="connsiteY2" fmla="*/ 378619 h 378619"/>
                    <a:gd name="connsiteX3" fmla="*/ 2414588 w 2444270"/>
                    <a:gd name="connsiteY3" fmla="*/ 314325 h 378619"/>
                    <a:gd name="connsiteX4" fmla="*/ 2414588 w 2444270"/>
                    <a:gd name="connsiteY4" fmla="*/ 109538 h 378619"/>
                    <a:gd name="connsiteX5" fmla="*/ 428625 w 2444270"/>
                    <a:gd name="connsiteY5" fmla="*/ 150019 h 378619"/>
                    <a:gd name="connsiteX6" fmla="*/ 7144 w 2444270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9538 h 378619"/>
                    <a:gd name="connsiteX5" fmla="*/ 428625 w 2446779"/>
                    <a:gd name="connsiteY5" fmla="*/ 150019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9538 h 378619"/>
                    <a:gd name="connsiteX5" fmla="*/ 433388 w 2446779"/>
                    <a:gd name="connsiteY5" fmla="*/ 140494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0013 h 378619"/>
                    <a:gd name="connsiteX5" fmla="*/ 433388 w 2446779"/>
                    <a:gd name="connsiteY5" fmla="*/ 140494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0013 h 378619"/>
                    <a:gd name="connsiteX5" fmla="*/ 442913 w 2446779"/>
                    <a:gd name="connsiteY5" fmla="*/ 142875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0013 h 378619"/>
                    <a:gd name="connsiteX5" fmla="*/ 445294 w 2446779"/>
                    <a:gd name="connsiteY5" fmla="*/ 135731 h 378619"/>
                    <a:gd name="connsiteX6" fmla="*/ 7144 w 2446779"/>
                    <a:gd name="connsiteY6" fmla="*/ 0 h 378619"/>
                    <a:gd name="connsiteX0" fmla="*/ 9525 w 2446779"/>
                    <a:gd name="connsiteY0" fmla="*/ 0 h 385763"/>
                    <a:gd name="connsiteX1" fmla="*/ 0 w 2446779"/>
                    <a:gd name="connsiteY1" fmla="*/ 138113 h 385763"/>
                    <a:gd name="connsiteX2" fmla="*/ 431007 w 2446779"/>
                    <a:gd name="connsiteY2" fmla="*/ 385763 h 385763"/>
                    <a:gd name="connsiteX3" fmla="*/ 2414588 w 2446779"/>
                    <a:gd name="connsiteY3" fmla="*/ 321469 h 385763"/>
                    <a:gd name="connsiteX4" fmla="*/ 2414588 w 2446779"/>
                    <a:gd name="connsiteY4" fmla="*/ 107157 h 385763"/>
                    <a:gd name="connsiteX5" fmla="*/ 445294 w 2446779"/>
                    <a:gd name="connsiteY5" fmla="*/ 142875 h 385763"/>
                    <a:gd name="connsiteX6" fmla="*/ 9525 w 2446779"/>
                    <a:gd name="connsiteY6" fmla="*/ 0 h 385763"/>
                    <a:gd name="connsiteX0" fmla="*/ 9525 w 2446779"/>
                    <a:gd name="connsiteY0" fmla="*/ 0 h 385763"/>
                    <a:gd name="connsiteX1" fmla="*/ 0 w 2446779"/>
                    <a:gd name="connsiteY1" fmla="*/ 138113 h 385763"/>
                    <a:gd name="connsiteX2" fmla="*/ 431007 w 2446779"/>
                    <a:gd name="connsiteY2" fmla="*/ 385763 h 385763"/>
                    <a:gd name="connsiteX3" fmla="*/ 2414588 w 2446779"/>
                    <a:gd name="connsiteY3" fmla="*/ 321469 h 385763"/>
                    <a:gd name="connsiteX4" fmla="*/ 2414588 w 2446779"/>
                    <a:gd name="connsiteY4" fmla="*/ 107157 h 385763"/>
                    <a:gd name="connsiteX5" fmla="*/ 445294 w 2446779"/>
                    <a:gd name="connsiteY5" fmla="*/ 142875 h 385763"/>
                    <a:gd name="connsiteX6" fmla="*/ 9525 w 2446779"/>
                    <a:gd name="connsiteY6" fmla="*/ 0 h 385763"/>
                    <a:gd name="connsiteX0" fmla="*/ 9525 w 2446779"/>
                    <a:gd name="connsiteY0" fmla="*/ 0 h 385763"/>
                    <a:gd name="connsiteX1" fmla="*/ 0 w 2446779"/>
                    <a:gd name="connsiteY1" fmla="*/ 138113 h 385763"/>
                    <a:gd name="connsiteX2" fmla="*/ 431007 w 2446779"/>
                    <a:gd name="connsiteY2" fmla="*/ 385763 h 385763"/>
                    <a:gd name="connsiteX3" fmla="*/ 2414588 w 2446779"/>
                    <a:gd name="connsiteY3" fmla="*/ 321469 h 385763"/>
                    <a:gd name="connsiteX4" fmla="*/ 2414588 w 2446779"/>
                    <a:gd name="connsiteY4" fmla="*/ 107157 h 385763"/>
                    <a:gd name="connsiteX5" fmla="*/ 445294 w 2446779"/>
                    <a:gd name="connsiteY5" fmla="*/ 142875 h 385763"/>
                    <a:gd name="connsiteX6" fmla="*/ 9525 w 2446779"/>
                    <a:gd name="connsiteY6" fmla="*/ 0 h 385763"/>
                    <a:gd name="connsiteX0" fmla="*/ 14287 w 2451541"/>
                    <a:gd name="connsiteY0" fmla="*/ 0 h 385763"/>
                    <a:gd name="connsiteX1" fmla="*/ 0 w 2451541"/>
                    <a:gd name="connsiteY1" fmla="*/ 145257 h 385763"/>
                    <a:gd name="connsiteX2" fmla="*/ 435769 w 2451541"/>
                    <a:gd name="connsiteY2" fmla="*/ 385763 h 385763"/>
                    <a:gd name="connsiteX3" fmla="*/ 2419350 w 2451541"/>
                    <a:gd name="connsiteY3" fmla="*/ 321469 h 385763"/>
                    <a:gd name="connsiteX4" fmla="*/ 2419350 w 2451541"/>
                    <a:gd name="connsiteY4" fmla="*/ 107157 h 385763"/>
                    <a:gd name="connsiteX5" fmla="*/ 450056 w 2451541"/>
                    <a:gd name="connsiteY5" fmla="*/ 142875 h 385763"/>
                    <a:gd name="connsiteX6" fmla="*/ 14287 w 2451541"/>
                    <a:gd name="connsiteY6" fmla="*/ 0 h 385763"/>
                    <a:gd name="connsiteX0" fmla="*/ 4762 w 2451541"/>
                    <a:gd name="connsiteY0" fmla="*/ 0 h 383382"/>
                    <a:gd name="connsiteX1" fmla="*/ 0 w 2451541"/>
                    <a:gd name="connsiteY1" fmla="*/ 142876 h 383382"/>
                    <a:gd name="connsiteX2" fmla="*/ 435769 w 2451541"/>
                    <a:gd name="connsiteY2" fmla="*/ 383382 h 383382"/>
                    <a:gd name="connsiteX3" fmla="*/ 2419350 w 2451541"/>
                    <a:gd name="connsiteY3" fmla="*/ 319088 h 383382"/>
                    <a:gd name="connsiteX4" fmla="*/ 2419350 w 2451541"/>
                    <a:gd name="connsiteY4" fmla="*/ 104776 h 383382"/>
                    <a:gd name="connsiteX5" fmla="*/ 450056 w 2451541"/>
                    <a:gd name="connsiteY5" fmla="*/ 140494 h 383382"/>
                    <a:gd name="connsiteX6" fmla="*/ 4762 w 2451541"/>
                    <a:gd name="connsiteY6" fmla="*/ 0 h 383382"/>
                    <a:gd name="connsiteX0" fmla="*/ 4762 w 2451541"/>
                    <a:gd name="connsiteY0" fmla="*/ 0 h 383382"/>
                    <a:gd name="connsiteX1" fmla="*/ 0 w 2451541"/>
                    <a:gd name="connsiteY1" fmla="*/ 142876 h 383382"/>
                    <a:gd name="connsiteX2" fmla="*/ 435769 w 2451541"/>
                    <a:gd name="connsiteY2" fmla="*/ 383382 h 383382"/>
                    <a:gd name="connsiteX3" fmla="*/ 2419350 w 2451541"/>
                    <a:gd name="connsiteY3" fmla="*/ 319088 h 383382"/>
                    <a:gd name="connsiteX4" fmla="*/ 2419350 w 2451541"/>
                    <a:gd name="connsiteY4" fmla="*/ 104776 h 383382"/>
                    <a:gd name="connsiteX5" fmla="*/ 450056 w 2451541"/>
                    <a:gd name="connsiteY5" fmla="*/ 140494 h 383382"/>
                    <a:gd name="connsiteX6" fmla="*/ 4762 w 2451541"/>
                    <a:gd name="connsiteY6" fmla="*/ 0 h 383382"/>
                    <a:gd name="connsiteX0" fmla="*/ 11905 w 2458684"/>
                    <a:gd name="connsiteY0" fmla="*/ 0 h 383382"/>
                    <a:gd name="connsiteX1" fmla="*/ 0 w 2458684"/>
                    <a:gd name="connsiteY1" fmla="*/ 138114 h 383382"/>
                    <a:gd name="connsiteX2" fmla="*/ 442912 w 2458684"/>
                    <a:gd name="connsiteY2" fmla="*/ 383382 h 383382"/>
                    <a:gd name="connsiteX3" fmla="*/ 2426493 w 2458684"/>
                    <a:gd name="connsiteY3" fmla="*/ 319088 h 383382"/>
                    <a:gd name="connsiteX4" fmla="*/ 2426493 w 2458684"/>
                    <a:gd name="connsiteY4" fmla="*/ 104776 h 383382"/>
                    <a:gd name="connsiteX5" fmla="*/ 457199 w 2458684"/>
                    <a:gd name="connsiteY5" fmla="*/ 140494 h 383382"/>
                    <a:gd name="connsiteX6" fmla="*/ 11905 w 2458684"/>
                    <a:gd name="connsiteY6" fmla="*/ 0 h 383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458684" h="383382">
                      <a:moveTo>
                        <a:pt x="11905" y="0"/>
                      </a:moveTo>
                      <a:cubicBezTo>
                        <a:pt x="25399" y="53182"/>
                        <a:pt x="19843" y="123033"/>
                        <a:pt x="0" y="138114"/>
                      </a:cubicBezTo>
                      <a:lnTo>
                        <a:pt x="442912" y="383382"/>
                      </a:lnTo>
                      <a:lnTo>
                        <a:pt x="2426493" y="319088"/>
                      </a:lnTo>
                      <a:cubicBezTo>
                        <a:pt x="2466181" y="277813"/>
                        <a:pt x="2472531" y="174625"/>
                        <a:pt x="2426493" y="104776"/>
                      </a:cubicBezTo>
                      <a:lnTo>
                        <a:pt x="457199" y="140494"/>
                      </a:lnTo>
                      <a:lnTo>
                        <a:pt x="119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xmlns="" id="{6FCB807C-EB44-4FAB-8365-BFF8AD57B42C}"/>
                  </a:ext>
                </a:extLst>
              </p:cNvPr>
              <p:cNvGrpSpPr/>
              <p:nvPr/>
            </p:nvGrpSpPr>
            <p:grpSpPr>
              <a:xfrm flipH="1">
                <a:off x="4155315" y="4711652"/>
                <a:ext cx="1753505" cy="486436"/>
                <a:chOff x="3622676" y="3492499"/>
                <a:chExt cx="2575177" cy="714375"/>
              </a:xfr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9" name="Freeform 21">
                  <a:extLst>
                    <a:ext uri="{FF2B5EF4-FFF2-40B4-BE49-F238E27FC236}">
                      <a16:creationId xmlns:a16="http://schemas.microsoft.com/office/drawing/2014/main" xmlns="" id="{95925450-85D8-4851-82EA-B75FE5437D49}"/>
                    </a:ext>
                  </a:extLst>
                </p:cNvPr>
                <p:cNvSpPr/>
                <p:nvPr/>
              </p:nvSpPr>
              <p:spPr>
                <a:xfrm>
                  <a:off x="3622676" y="3492499"/>
                  <a:ext cx="2575177" cy="714375"/>
                </a:xfrm>
                <a:custGeom>
                  <a:avLst/>
                  <a:gdLst>
                    <a:gd name="connsiteX0" fmla="*/ 190500 w 2559050"/>
                    <a:gd name="connsiteY0" fmla="*/ 0 h 698500"/>
                    <a:gd name="connsiteX1" fmla="*/ 0 w 2559050"/>
                    <a:gd name="connsiteY1" fmla="*/ 152400 h 698500"/>
                    <a:gd name="connsiteX2" fmla="*/ 6350 w 2559050"/>
                    <a:gd name="connsiteY2" fmla="*/ 215900 h 698500"/>
                    <a:gd name="connsiteX3" fmla="*/ 2501900 w 2559050"/>
                    <a:gd name="connsiteY3" fmla="*/ 241300 h 698500"/>
                    <a:gd name="connsiteX4" fmla="*/ 2470150 w 2559050"/>
                    <a:gd name="connsiteY4" fmla="*/ 552450 h 698500"/>
                    <a:gd name="connsiteX5" fmla="*/ 76200 w 2559050"/>
                    <a:gd name="connsiteY5" fmla="*/ 565150 h 698500"/>
                    <a:gd name="connsiteX6" fmla="*/ 101600 w 2559050"/>
                    <a:gd name="connsiteY6" fmla="*/ 520700 h 698500"/>
                    <a:gd name="connsiteX7" fmla="*/ 6350 w 2559050"/>
                    <a:gd name="connsiteY7" fmla="*/ 577850 h 698500"/>
                    <a:gd name="connsiteX8" fmla="*/ 44450 w 2559050"/>
                    <a:gd name="connsiteY8" fmla="*/ 666750 h 698500"/>
                    <a:gd name="connsiteX9" fmla="*/ 2400300 w 2559050"/>
                    <a:gd name="connsiteY9" fmla="*/ 692150 h 698500"/>
                    <a:gd name="connsiteX10" fmla="*/ 2432050 w 2559050"/>
                    <a:gd name="connsiteY10" fmla="*/ 666750 h 698500"/>
                    <a:gd name="connsiteX11" fmla="*/ 2501900 w 2559050"/>
                    <a:gd name="connsiteY11" fmla="*/ 698500 h 698500"/>
                    <a:gd name="connsiteX12" fmla="*/ 2552700 w 2559050"/>
                    <a:gd name="connsiteY12" fmla="*/ 685800 h 698500"/>
                    <a:gd name="connsiteX13" fmla="*/ 2559050 w 2559050"/>
                    <a:gd name="connsiteY13" fmla="*/ 158750 h 698500"/>
                    <a:gd name="connsiteX14" fmla="*/ 2476500 w 2559050"/>
                    <a:gd name="connsiteY14" fmla="*/ 95250 h 698500"/>
                    <a:gd name="connsiteX15" fmla="*/ 520700 w 2559050"/>
                    <a:gd name="connsiteY15" fmla="*/ 184150 h 698500"/>
                    <a:gd name="connsiteX16" fmla="*/ 190500 w 2559050"/>
                    <a:gd name="connsiteY16" fmla="*/ 0 h 698500"/>
                    <a:gd name="connsiteX0" fmla="*/ 190500 w 2559050"/>
                    <a:gd name="connsiteY0" fmla="*/ 0 h 698500"/>
                    <a:gd name="connsiteX1" fmla="*/ 0 w 2559050"/>
                    <a:gd name="connsiteY1" fmla="*/ 152400 h 698500"/>
                    <a:gd name="connsiteX2" fmla="*/ 19050 w 2559050"/>
                    <a:gd name="connsiteY2" fmla="*/ 241300 h 698500"/>
                    <a:gd name="connsiteX3" fmla="*/ 2501900 w 2559050"/>
                    <a:gd name="connsiteY3" fmla="*/ 241300 h 698500"/>
                    <a:gd name="connsiteX4" fmla="*/ 2470150 w 2559050"/>
                    <a:gd name="connsiteY4" fmla="*/ 552450 h 698500"/>
                    <a:gd name="connsiteX5" fmla="*/ 76200 w 2559050"/>
                    <a:gd name="connsiteY5" fmla="*/ 565150 h 698500"/>
                    <a:gd name="connsiteX6" fmla="*/ 101600 w 2559050"/>
                    <a:gd name="connsiteY6" fmla="*/ 520700 h 698500"/>
                    <a:gd name="connsiteX7" fmla="*/ 6350 w 2559050"/>
                    <a:gd name="connsiteY7" fmla="*/ 577850 h 698500"/>
                    <a:gd name="connsiteX8" fmla="*/ 44450 w 2559050"/>
                    <a:gd name="connsiteY8" fmla="*/ 666750 h 698500"/>
                    <a:gd name="connsiteX9" fmla="*/ 2400300 w 2559050"/>
                    <a:gd name="connsiteY9" fmla="*/ 692150 h 698500"/>
                    <a:gd name="connsiteX10" fmla="*/ 2432050 w 2559050"/>
                    <a:gd name="connsiteY10" fmla="*/ 666750 h 698500"/>
                    <a:gd name="connsiteX11" fmla="*/ 2501900 w 2559050"/>
                    <a:gd name="connsiteY11" fmla="*/ 698500 h 698500"/>
                    <a:gd name="connsiteX12" fmla="*/ 2552700 w 2559050"/>
                    <a:gd name="connsiteY12" fmla="*/ 685800 h 698500"/>
                    <a:gd name="connsiteX13" fmla="*/ 2559050 w 2559050"/>
                    <a:gd name="connsiteY13" fmla="*/ 158750 h 698500"/>
                    <a:gd name="connsiteX14" fmla="*/ 2476500 w 2559050"/>
                    <a:gd name="connsiteY14" fmla="*/ 95250 h 698500"/>
                    <a:gd name="connsiteX15" fmla="*/ 520700 w 2559050"/>
                    <a:gd name="connsiteY15" fmla="*/ 184150 h 698500"/>
                    <a:gd name="connsiteX16" fmla="*/ 190500 w 2559050"/>
                    <a:gd name="connsiteY16" fmla="*/ 0 h 698500"/>
                    <a:gd name="connsiteX0" fmla="*/ 184150 w 2552700"/>
                    <a:gd name="connsiteY0" fmla="*/ 0 h 698500"/>
                    <a:gd name="connsiteX1" fmla="*/ 9525 w 2552700"/>
                    <a:gd name="connsiteY1" fmla="*/ 152400 h 698500"/>
                    <a:gd name="connsiteX2" fmla="*/ 12700 w 2552700"/>
                    <a:gd name="connsiteY2" fmla="*/ 241300 h 698500"/>
                    <a:gd name="connsiteX3" fmla="*/ 2495550 w 2552700"/>
                    <a:gd name="connsiteY3" fmla="*/ 241300 h 698500"/>
                    <a:gd name="connsiteX4" fmla="*/ 2463800 w 2552700"/>
                    <a:gd name="connsiteY4" fmla="*/ 552450 h 698500"/>
                    <a:gd name="connsiteX5" fmla="*/ 69850 w 2552700"/>
                    <a:gd name="connsiteY5" fmla="*/ 565150 h 698500"/>
                    <a:gd name="connsiteX6" fmla="*/ 95250 w 2552700"/>
                    <a:gd name="connsiteY6" fmla="*/ 520700 h 698500"/>
                    <a:gd name="connsiteX7" fmla="*/ 0 w 2552700"/>
                    <a:gd name="connsiteY7" fmla="*/ 577850 h 698500"/>
                    <a:gd name="connsiteX8" fmla="*/ 38100 w 2552700"/>
                    <a:gd name="connsiteY8" fmla="*/ 666750 h 698500"/>
                    <a:gd name="connsiteX9" fmla="*/ 2393950 w 2552700"/>
                    <a:gd name="connsiteY9" fmla="*/ 692150 h 698500"/>
                    <a:gd name="connsiteX10" fmla="*/ 2425700 w 2552700"/>
                    <a:gd name="connsiteY10" fmla="*/ 666750 h 698500"/>
                    <a:gd name="connsiteX11" fmla="*/ 2495550 w 2552700"/>
                    <a:gd name="connsiteY11" fmla="*/ 698500 h 698500"/>
                    <a:gd name="connsiteX12" fmla="*/ 2546350 w 2552700"/>
                    <a:gd name="connsiteY12" fmla="*/ 685800 h 698500"/>
                    <a:gd name="connsiteX13" fmla="*/ 2552700 w 2552700"/>
                    <a:gd name="connsiteY13" fmla="*/ 158750 h 698500"/>
                    <a:gd name="connsiteX14" fmla="*/ 2470150 w 2552700"/>
                    <a:gd name="connsiteY14" fmla="*/ 95250 h 698500"/>
                    <a:gd name="connsiteX15" fmla="*/ 514350 w 2552700"/>
                    <a:gd name="connsiteY15" fmla="*/ 184150 h 698500"/>
                    <a:gd name="connsiteX16" fmla="*/ 184150 w 2552700"/>
                    <a:gd name="connsiteY16" fmla="*/ 0 h 698500"/>
                    <a:gd name="connsiteX0" fmla="*/ 184150 w 2571750"/>
                    <a:gd name="connsiteY0" fmla="*/ 0 h 698500"/>
                    <a:gd name="connsiteX1" fmla="*/ 9525 w 2571750"/>
                    <a:gd name="connsiteY1" fmla="*/ 152400 h 698500"/>
                    <a:gd name="connsiteX2" fmla="*/ 12700 w 2571750"/>
                    <a:gd name="connsiteY2" fmla="*/ 241300 h 698500"/>
                    <a:gd name="connsiteX3" fmla="*/ 2495550 w 2571750"/>
                    <a:gd name="connsiteY3" fmla="*/ 241300 h 698500"/>
                    <a:gd name="connsiteX4" fmla="*/ 2463800 w 2571750"/>
                    <a:gd name="connsiteY4" fmla="*/ 552450 h 698500"/>
                    <a:gd name="connsiteX5" fmla="*/ 69850 w 2571750"/>
                    <a:gd name="connsiteY5" fmla="*/ 565150 h 698500"/>
                    <a:gd name="connsiteX6" fmla="*/ 95250 w 2571750"/>
                    <a:gd name="connsiteY6" fmla="*/ 520700 h 698500"/>
                    <a:gd name="connsiteX7" fmla="*/ 0 w 2571750"/>
                    <a:gd name="connsiteY7" fmla="*/ 577850 h 698500"/>
                    <a:gd name="connsiteX8" fmla="*/ 38100 w 2571750"/>
                    <a:gd name="connsiteY8" fmla="*/ 666750 h 698500"/>
                    <a:gd name="connsiteX9" fmla="*/ 2393950 w 2571750"/>
                    <a:gd name="connsiteY9" fmla="*/ 692150 h 698500"/>
                    <a:gd name="connsiteX10" fmla="*/ 2425700 w 2571750"/>
                    <a:gd name="connsiteY10" fmla="*/ 666750 h 698500"/>
                    <a:gd name="connsiteX11" fmla="*/ 2495550 w 2571750"/>
                    <a:gd name="connsiteY11" fmla="*/ 698500 h 698500"/>
                    <a:gd name="connsiteX12" fmla="*/ 2546350 w 2571750"/>
                    <a:gd name="connsiteY12" fmla="*/ 685800 h 698500"/>
                    <a:gd name="connsiteX13" fmla="*/ 2571750 w 2571750"/>
                    <a:gd name="connsiteY13" fmla="*/ 193675 h 698500"/>
                    <a:gd name="connsiteX14" fmla="*/ 2470150 w 2571750"/>
                    <a:gd name="connsiteY14" fmla="*/ 95250 h 698500"/>
                    <a:gd name="connsiteX15" fmla="*/ 514350 w 2571750"/>
                    <a:gd name="connsiteY15" fmla="*/ 184150 h 698500"/>
                    <a:gd name="connsiteX16" fmla="*/ 184150 w 2571750"/>
                    <a:gd name="connsiteY16" fmla="*/ 0 h 698500"/>
                    <a:gd name="connsiteX0" fmla="*/ 184150 w 2555875"/>
                    <a:gd name="connsiteY0" fmla="*/ 0 h 698500"/>
                    <a:gd name="connsiteX1" fmla="*/ 9525 w 2555875"/>
                    <a:gd name="connsiteY1" fmla="*/ 152400 h 698500"/>
                    <a:gd name="connsiteX2" fmla="*/ 12700 w 2555875"/>
                    <a:gd name="connsiteY2" fmla="*/ 241300 h 698500"/>
                    <a:gd name="connsiteX3" fmla="*/ 2495550 w 2555875"/>
                    <a:gd name="connsiteY3" fmla="*/ 241300 h 698500"/>
                    <a:gd name="connsiteX4" fmla="*/ 2463800 w 2555875"/>
                    <a:gd name="connsiteY4" fmla="*/ 552450 h 698500"/>
                    <a:gd name="connsiteX5" fmla="*/ 69850 w 2555875"/>
                    <a:gd name="connsiteY5" fmla="*/ 565150 h 698500"/>
                    <a:gd name="connsiteX6" fmla="*/ 95250 w 2555875"/>
                    <a:gd name="connsiteY6" fmla="*/ 520700 h 698500"/>
                    <a:gd name="connsiteX7" fmla="*/ 0 w 2555875"/>
                    <a:gd name="connsiteY7" fmla="*/ 577850 h 698500"/>
                    <a:gd name="connsiteX8" fmla="*/ 38100 w 2555875"/>
                    <a:gd name="connsiteY8" fmla="*/ 666750 h 698500"/>
                    <a:gd name="connsiteX9" fmla="*/ 2393950 w 2555875"/>
                    <a:gd name="connsiteY9" fmla="*/ 692150 h 698500"/>
                    <a:gd name="connsiteX10" fmla="*/ 2425700 w 2555875"/>
                    <a:gd name="connsiteY10" fmla="*/ 666750 h 698500"/>
                    <a:gd name="connsiteX11" fmla="*/ 2495550 w 2555875"/>
                    <a:gd name="connsiteY11" fmla="*/ 698500 h 698500"/>
                    <a:gd name="connsiteX12" fmla="*/ 2546350 w 2555875"/>
                    <a:gd name="connsiteY12" fmla="*/ 685800 h 698500"/>
                    <a:gd name="connsiteX13" fmla="*/ 2555875 w 2555875"/>
                    <a:gd name="connsiteY13" fmla="*/ 171450 h 698500"/>
                    <a:gd name="connsiteX14" fmla="*/ 2470150 w 2555875"/>
                    <a:gd name="connsiteY14" fmla="*/ 95250 h 698500"/>
                    <a:gd name="connsiteX15" fmla="*/ 514350 w 2555875"/>
                    <a:gd name="connsiteY15" fmla="*/ 184150 h 698500"/>
                    <a:gd name="connsiteX16" fmla="*/ 184150 w 2555875"/>
                    <a:gd name="connsiteY16" fmla="*/ 0 h 698500"/>
                    <a:gd name="connsiteX0" fmla="*/ 184150 w 2562506"/>
                    <a:gd name="connsiteY0" fmla="*/ 0 h 698500"/>
                    <a:gd name="connsiteX1" fmla="*/ 9525 w 2562506"/>
                    <a:gd name="connsiteY1" fmla="*/ 152400 h 698500"/>
                    <a:gd name="connsiteX2" fmla="*/ 12700 w 2562506"/>
                    <a:gd name="connsiteY2" fmla="*/ 241300 h 698500"/>
                    <a:gd name="connsiteX3" fmla="*/ 2495550 w 2562506"/>
                    <a:gd name="connsiteY3" fmla="*/ 241300 h 698500"/>
                    <a:gd name="connsiteX4" fmla="*/ 2463800 w 2562506"/>
                    <a:gd name="connsiteY4" fmla="*/ 552450 h 698500"/>
                    <a:gd name="connsiteX5" fmla="*/ 69850 w 2562506"/>
                    <a:gd name="connsiteY5" fmla="*/ 565150 h 698500"/>
                    <a:gd name="connsiteX6" fmla="*/ 95250 w 2562506"/>
                    <a:gd name="connsiteY6" fmla="*/ 520700 h 698500"/>
                    <a:gd name="connsiteX7" fmla="*/ 0 w 2562506"/>
                    <a:gd name="connsiteY7" fmla="*/ 577850 h 698500"/>
                    <a:gd name="connsiteX8" fmla="*/ 38100 w 2562506"/>
                    <a:gd name="connsiteY8" fmla="*/ 666750 h 698500"/>
                    <a:gd name="connsiteX9" fmla="*/ 2393950 w 2562506"/>
                    <a:gd name="connsiteY9" fmla="*/ 692150 h 698500"/>
                    <a:gd name="connsiteX10" fmla="*/ 2425700 w 2562506"/>
                    <a:gd name="connsiteY10" fmla="*/ 666750 h 698500"/>
                    <a:gd name="connsiteX11" fmla="*/ 2495550 w 2562506"/>
                    <a:gd name="connsiteY11" fmla="*/ 698500 h 698500"/>
                    <a:gd name="connsiteX12" fmla="*/ 2562225 w 2562506"/>
                    <a:gd name="connsiteY12" fmla="*/ 685800 h 698500"/>
                    <a:gd name="connsiteX13" fmla="*/ 2555875 w 2562506"/>
                    <a:gd name="connsiteY13" fmla="*/ 171450 h 698500"/>
                    <a:gd name="connsiteX14" fmla="*/ 2470150 w 2562506"/>
                    <a:gd name="connsiteY14" fmla="*/ 95250 h 698500"/>
                    <a:gd name="connsiteX15" fmla="*/ 514350 w 2562506"/>
                    <a:gd name="connsiteY15" fmla="*/ 184150 h 698500"/>
                    <a:gd name="connsiteX16" fmla="*/ 184150 w 2562506"/>
                    <a:gd name="connsiteY16" fmla="*/ 0 h 69850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38100 w 2562506"/>
                    <a:gd name="connsiteY8" fmla="*/ 666750 h 692150"/>
                    <a:gd name="connsiteX9" fmla="*/ 2393950 w 2562506"/>
                    <a:gd name="connsiteY9" fmla="*/ 692150 h 692150"/>
                    <a:gd name="connsiteX10" fmla="*/ 2425700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38100 w 2562506"/>
                    <a:gd name="connsiteY8" fmla="*/ 666750 h 692150"/>
                    <a:gd name="connsiteX9" fmla="*/ 2393950 w 2562506"/>
                    <a:gd name="connsiteY9" fmla="*/ 692150 h 692150"/>
                    <a:gd name="connsiteX10" fmla="*/ 2435225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9525 w 2562506"/>
                    <a:gd name="connsiteY8" fmla="*/ 688975 h 692150"/>
                    <a:gd name="connsiteX9" fmla="*/ 2393950 w 2562506"/>
                    <a:gd name="connsiteY9" fmla="*/ 692150 h 692150"/>
                    <a:gd name="connsiteX10" fmla="*/ 2435225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92375 w 2559331"/>
                    <a:gd name="connsiteY3" fmla="*/ 24130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92075 w 2559331"/>
                    <a:gd name="connsiteY6" fmla="*/ 520700 h 692150"/>
                    <a:gd name="connsiteX7" fmla="*/ 0 w 2559331"/>
                    <a:gd name="connsiteY7" fmla="*/ 593725 h 692150"/>
                    <a:gd name="connsiteX8" fmla="*/ 6350 w 2559331"/>
                    <a:gd name="connsiteY8" fmla="*/ 688975 h 692150"/>
                    <a:gd name="connsiteX9" fmla="*/ 2390775 w 2559331"/>
                    <a:gd name="connsiteY9" fmla="*/ 692150 h 692150"/>
                    <a:gd name="connsiteX10" fmla="*/ 2432050 w 2559331"/>
                    <a:gd name="connsiteY10" fmla="*/ 666750 h 692150"/>
                    <a:gd name="connsiteX11" fmla="*/ 2476500 w 2559331"/>
                    <a:gd name="connsiteY11" fmla="*/ 692150 h 692150"/>
                    <a:gd name="connsiteX12" fmla="*/ 2559050 w 2559331"/>
                    <a:gd name="connsiteY12" fmla="*/ 685800 h 692150"/>
                    <a:gd name="connsiteX13" fmla="*/ 2552700 w 2559331"/>
                    <a:gd name="connsiteY13" fmla="*/ 171450 h 692150"/>
                    <a:gd name="connsiteX14" fmla="*/ 2466975 w 2559331"/>
                    <a:gd name="connsiteY14" fmla="*/ 95250 h 692150"/>
                    <a:gd name="connsiteX15" fmla="*/ 511175 w 2559331"/>
                    <a:gd name="connsiteY15" fmla="*/ 184150 h 692150"/>
                    <a:gd name="connsiteX16" fmla="*/ 180975 w 2559331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92375 w 2559331"/>
                    <a:gd name="connsiteY3" fmla="*/ 24130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76500 w 2559331"/>
                    <a:gd name="connsiteY11" fmla="*/ 692150 h 692150"/>
                    <a:gd name="connsiteX12" fmla="*/ 2559050 w 2559331"/>
                    <a:gd name="connsiteY12" fmla="*/ 685800 h 692150"/>
                    <a:gd name="connsiteX13" fmla="*/ 2552700 w 2559331"/>
                    <a:gd name="connsiteY13" fmla="*/ 171450 h 692150"/>
                    <a:gd name="connsiteX14" fmla="*/ 2466975 w 2559331"/>
                    <a:gd name="connsiteY14" fmla="*/ 95250 h 692150"/>
                    <a:gd name="connsiteX15" fmla="*/ 511175 w 2559331"/>
                    <a:gd name="connsiteY15" fmla="*/ 184150 h 692150"/>
                    <a:gd name="connsiteX16" fmla="*/ 180975 w 2559331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559050 w 2559331"/>
                    <a:gd name="connsiteY11" fmla="*/ 685800 h 692150"/>
                    <a:gd name="connsiteX12" fmla="*/ 2552700 w 2559331"/>
                    <a:gd name="connsiteY12" fmla="*/ 171450 h 692150"/>
                    <a:gd name="connsiteX13" fmla="*/ 2466975 w 2559331"/>
                    <a:gd name="connsiteY13" fmla="*/ 95250 h 692150"/>
                    <a:gd name="connsiteX14" fmla="*/ 511175 w 2559331"/>
                    <a:gd name="connsiteY14" fmla="*/ 184150 h 692150"/>
                    <a:gd name="connsiteX15" fmla="*/ 180975 w 2559331"/>
                    <a:gd name="connsiteY15" fmla="*/ 0 h 692150"/>
                    <a:gd name="connsiteX0" fmla="*/ 180975 w 2559331"/>
                    <a:gd name="connsiteY0" fmla="*/ 0 h 688975"/>
                    <a:gd name="connsiteX1" fmla="*/ 6350 w 2559331"/>
                    <a:gd name="connsiteY1" fmla="*/ 152400 h 688975"/>
                    <a:gd name="connsiteX2" fmla="*/ 9525 w 2559331"/>
                    <a:gd name="connsiteY2" fmla="*/ 241300 h 688975"/>
                    <a:gd name="connsiteX3" fmla="*/ 2454275 w 2559331"/>
                    <a:gd name="connsiteY3" fmla="*/ 234950 h 688975"/>
                    <a:gd name="connsiteX4" fmla="*/ 2454275 w 2559331"/>
                    <a:gd name="connsiteY4" fmla="*/ 552450 h 688975"/>
                    <a:gd name="connsiteX5" fmla="*/ 66675 w 2559331"/>
                    <a:gd name="connsiteY5" fmla="*/ 565150 h 688975"/>
                    <a:gd name="connsiteX6" fmla="*/ 88900 w 2559331"/>
                    <a:gd name="connsiteY6" fmla="*/ 568325 h 688975"/>
                    <a:gd name="connsiteX7" fmla="*/ 92075 w 2559331"/>
                    <a:gd name="connsiteY7" fmla="*/ 520700 h 688975"/>
                    <a:gd name="connsiteX8" fmla="*/ 0 w 2559331"/>
                    <a:gd name="connsiteY8" fmla="*/ 593725 h 688975"/>
                    <a:gd name="connsiteX9" fmla="*/ 6350 w 2559331"/>
                    <a:gd name="connsiteY9" fmla="*/ 688975 h 688975"/>
                    <a:gd name="connsiteX10" fmla="*/ 2559050 w 2559331"/>
                    <a:gd name="connsiteY10" fmla="*/ 685800 h 688975"/>
                    <a:gd name="connsiteX11" fmla="*/ 2552700 w 2559331"/>
                    <a:gd name="connsiteY11" fmla="*/ 171450 h 688975"/>
                    <a:gd name="connsiteX12" fmla="*/ 2466975 w 2559331"/>
                    <a:gd name="connsiteY12" fmla="*/ 95250 h 688975"/>
                    <a:gd name="connsiteX13" fmla="*/ 511175 w 2559331"/>
                    <a:gd name="connsiteY13" fmla="*/ 184150 h 688975"/>
                    <a:gd name="connsiteX14" fmla="*/ 180975 w 2559331"/>
                    <a:gd name="connsiteY14" fmla="*/ 0 h 688975"/>
                    <a:gd name="connsiteX0" fmla="*/ 180975 w 2572231"/>
                    <a:gd name="connsiteY0" fmla="*/ 0 h 688975"/>
                    <a:gd name="connsiteX1" fmla="*/ 6350 w 2572231"/>
                    <a:gd name="connsiteY1" fmla="*/ 152400 h 688975"/>
                    <a:gd name="connsiteX2" fmla="*/ 9525 w 2572231"/>
                    <a:gd name="connsiteY2" fmla="*/ 241300 h 688975"/>
                    <a:gd name="connsiteX3" fmla="*/ 2454275 w 2572231"/>
                    <a:gd name="connsiteY3" fmla="*/ 234950 h 688975"/>
                    <a:gd name="connsiteX4" fmla="*/ 2454275 w 2572231"/>
                    <a:gd name="connsiteY4" fmla="*/ 552450 h 688975"/>
                    <a:gd name="connsiteX5" fmla="*/ 66675 w 2572231"/>
                    <a:gd name="connsiteY5" fmla="*/ 565150 h 688975"/>
                    <a:gd name="connsiteX6" fmla="*/ 88900 w 2572231"/>
                    <a:gd name="connsiteY6" fmla="*/ 568325 h 688975"/>
                    <a:gd name="connsiteX7" fmla="*/ 92075 w 2572231"/>
                    <a:gd name="connsiteY7" fmla="*/ 520700 h 688975"/>
                    <a:gd name="connsiteX8" fmla="*/ 0 w 2572231"/>
                    <a:gd name="connsiteY8" fmla="*/ 593725 h 688975"/>
                    <a:gd name="connsiteX9" fmla="*/ 6350 w 2572231"/>
                    <a:gd name="connsiteY9" fmla="*/ 688975 h 688975"/>
                    <a:gd name="connsiteX10" fmla="*/ 2559050 w 2572231"/>
                    <a:gd name="connsiteY10" fmla="*/ 685800 h 688975"/>
                    <a:gd name="connsiteX11" fmla="*/ 2552700 w 2572231"/>
                    <a:gd name="connsiteY11" fmla="*/ 171450 h 688975"/>
                    <a:gd name="connsiteX12" fmla="*/ 2466975 w 2572231"/>
                    <a:gd name="connsiteY12" fmla="*/ 95250 h 688975"/>
                    <a:gd name="connsiteX13" fmla="*/ 511175 w 2572231"/>
                    <a:gd name="connsiteY13" fmla="*/ 184150 h 688975"/>
                    <a:gd name="connsiteX14" fmla="*/ 180975 w 2572231"/>
                    <a:gd name="connsiteY14" fmla="*/ 0 h 688975"/>
                    <a:gd name="connsiteX0" fmla="*/ 180975 w 2572231"/>
                    <a:gd name="connsiteY0" fmla="*/ 0 h 688975"/>
                    <a:gd name="connsiteX1" fmla="*/ 6350 w 2572231"/>
                    <a:gd name="connsiteY1" fmla="*/ 152400 h 688975"/>
                    <a:gd name="connsiteX2" fmla="*/ 9525 w 2572231"/>
                    <a:gd name="connsiteY2" fmla="*/ 241300 h 688975"/>
                    <a:gd name="connsiteX3" fmla="*/ 2454275 w 2572231"/>
                    <a:gd name="connsiteY3" fmla="*/ 234950 h 688975"/>
                    <a:gd name="connsiteX4" fmla="*/ 2454275 w 2572231"/>
                    <a:gd name="connsiteY4" fmla="*/ 552450 h 688975"/>
                    <a:gd name="connsiteX5" fmla="*/ 66675 w 2572231"/>
                    <a:gd name="connsiteY5" fmla="*/ 565150 h 688975"/>
                    <a:gd name="connsiteX6" fmla="*/ 88900 w 2572231"/>
                    <a:gd name="connsiteY6" fmla="*/ 568325 h 688975"/>
                    <a:gd name="connsiteX7" fmla="*/ 92075 w 2572231"/>
                    <a:gd name="connsiteY7" fmla="*/ 520700 h 688975"/>
                    <a:gd name="connsiteX8" fmla="*/ 0 w 2572231"/>
                    <a:gd name="connsiteY8" fmla="*/ 593725 h 688975"/>
                    <a:gd name="connsiteX9" fmla="*/ 6350 w 2572231"/>
                    <a:gd name="connsiteY9" fmla="*/ 688975 h 688975"/>
                    <a:gd name="connsiteX10" fmla="*/ 2559050 w 2572231"/>
                    <a:gd name="connsiteY10" fmla="*/ 685800 h 688975"/>
                    <a:gd name="connsiteX11" fmla="*/ 2552700 w 2572231"/>
                    <a:gd name="connsiteY11" fmla="*/ 171450 h 688975"/>
                    <a:gd name="connsiteX12" fmla="*/ 2466975 w 2572231"/>
                    <a:gd name="connsiteY12" fmla="*/ 95250 h 688975"/>
                    <a:gd name="connsiteX13" fmla="*/ 511175 w 2572231"/>
                    <a:gd name="connsiteY13" fmla="*/ 184150 h 688975"/>
                    <a:gd name="connsiteX14" fmla="*/ 180975 w 2572231"/>
                    <a:gd name="connsiteY14" fmla="*/ 0 h 688975"/>
                    <a:gd name="connsiteX0" fmla="*/ 180975 w 2574798"/>
                    <a:gd name="connsiteY0" fmla="*/ 0 h 688975"/>
                    <a:gd name="connsiteX1" fmla="*/ 6350 w 2574798"/>
                    <a:gd name="connsiteY1" fmla="*/ 152400 h 688975"/>
                    <a:gd name="connsiteX2" fmla="*/ 9525 w 2574798"/>
                    <a:gd name="connsiteY2" fmla="*/ 241300 h 688975"/>
                    <a:gd name="connsiteX3" fmla="*/ 2454275 w 2574798"/>
                    <a:gd name="connsiteY3" fmla="*/ 234950 h 688975"/>
                    <a:gd name="connsiteX4" fmla="*/ 2454275 w 2574798"/>
                    <a:gd name="connsiteY4" fmla="*/ 552450 h 688975"/>
                    <a:gd name="connsiteX5" fmla="*/ 66675 w 2574798"/>
                    <a:gd name="connsiteY5" fmla="*/ 565150 h 688975"/>
                    <a:gd name="connsiteX6" fmla="*/ 88900 w 2574798"/>
                    <a:gd name="connsiteY6" fmla="*/ 568325 h 688975"/>
                    <a:gd name="connsiteX7" fmla="*/ 92075 w 2574798"/>
                    <a:gd name="connsiteY7" fmla="*/ 520700 h 688975"/>
                    <a:gd name="connsiteX8" fmla="*/ 0 w 2574798"/>
                    <a:gd name="connsiteY8" fmla="*/ 593725 h 688975"/>
                    <a:gd name="connsiteX9" fmla="*/ 6350 w 2574798"/>
                    <a:gd name="connsiteY9" fmla="*/ 688975 h 688975"/>
                    <a:gd name="connsiteX10" fmla="*/ 2562225 w 2574798"/>
                    <a:gd name="connsiteY10" fmla="*/ 666750 h 688975"/>
                    <a:gd name="connsiteX11" fmla="*/ 2552700 w 2574798"/>
                    <a:gd name="connsiteY11" fmla="*/ 171450 h 688975"/>
                    <a:gd name="connsiteX12" fmla="*/ 2466975 w 2574798"/>
                    <a:gd name="connsiteY12" fmla="*/ 95250 h 688975"/>
                    <a:gd name="connsiteX13" fmla="*/ 511175 w 2574798"/>
                    <a:gd name="connsiteY13" fmla="*/ 184150 h 688975"/>
                    <a:gd name="connsiteX14" fmla="*/ 180975 w 2574798"/>
                    <a:gd name="connsiteY14" fmla="*/ 0 h 688975"/>
                    <a:gd name="connsiteX0" fmla="*/ 180975 w 2574798"/>
                    <a:gd name="connsiteY0" fmla="*/ 0 h 688975"/>
                    <a:gd name="connsiteX1" fmla="*/ 6350 w 2574798"/>
                    <a:gd name="connsiteY1" fmla="*/ 152400 h 688975"/>
                    <a:gd name="connsiteX2" fmla="*/ 9525 w 2574798"/>
                    <a:gd name="connsiteY2" fmla="*/ 241300 h 688975"/>
                    <a:gd name="connsiteX3" fmla="*/ 2454275 w 2574798"/>
                    <a:gd name="connsiteY3" fmla="*/ 234950 h 688975"/>
                    <a:gd name="connsiteX4" fmla="*/ 2454275 w 2574798"/>
                    <a:gd name="connsiteY4" fmla="*/ 552450 h 688975"/>
                    <a:gd name="connsiteX5" fmla="*/ 66675 w 2574798"/>
                    <a:gd name="connsiteY5" fmla="*/ 565150 h 688975"/>
                    <a:gd name="connsiteX6" fmla="*/ 88900 w 2574798"/>
                    <a:gd name="connsiteY6" fmla="*/ 568325 h 688975"/>
                    <a:gd name="connsiteX7" fmla="*/ 92075 w 2574798"/>
                    <a:gd name="connsiteY7" fmla="*/ 520700 h 688975"/>
                    <a:gd name="connsiteX8" fmla="*/ 0 w 2574798"/>
                    <a:gd name="connsiteY8" fmla="*/ 593725 h 688975"/>
                    <a:gd name="connsiteX9" fmla="*/ 6350 w 2574798"/>
                    <a:gd name="connsiteY9" fmla="*/ 688975 h 688975"/>
                    <a:gd name="connsiteX10" fmla="*/ 2562225 w 2574798"/>
                    <a:gd name="connsiteY10" fmla="*/ 666750 h 688975"/>
                    <a:gd name="connsiteX11" fmla="*/ 2552700 w 2574798"/>
                    <a:gd name="connsiteY11" fmla="*/ 171450 h 688975"/>
                    <a:gd name="connsiteX12" fmla="*/ 2466975 w 2574798"/>
                    <a:gd name="connsiteY12" fmla="*/ 95250 h 688975"/>
                    <a:gd name="connsiteX13" fmla="*/ 511175 w 2574798"/>
                    <a:gd name="connsiteY13" fmla="*/ 184150 h 688975"/>
                    <a:gd name="connsiteX14" fmla="*/ 180975 w 2574798"/>
                    <a:gd name="connsiteY14" fmla="*/ 0 h 688975"/>
                    <a:gd name="connsiteX0" fmla="*/ 180975 w 2577418"/>
                    <a:gd name="connsiteY0" fmla="*/ 0 h 688975"/>
                    <a:gd name="connsiteX1" fmla="*/ 6350 w 2577418"/>
                    <a:gd name="connsiteY1" fmla="*/ 152400 h 688975"/>
                    <a:gd name="connsiteX2" fmla="*/ 9525 w 2577418"/>
                    <a:gd name="connsiteY2" fmla="*/ 241300 h 688975"/>
                    <a:gd name="connsiteX3" fmla="*/ 2454275 w 2577418"/>
                    <a:gd name="connsiteY3" fmla="*/ 234950 h 688975"/>
                    <a:gd name="connsiteX4" fmla="*/ 2454275 w 2577418"/>
                    <a:gd name="connsiteY4" fmla="*/ 552450 h 688975"/>
                    <a:gd name="connsiteX5" fmla="*/ 66675 w 2577418"/>
                    <a:gd name="connsiteY5" fmla="*/ 565150 h 688975"/>
                    <a:gd name="connsiteX6" fmla="*/ 88900 w 2577418"/>
                    <a:gd name="connsiteY6" fmla="*/ 568325 h 688975"/>
                    <a:gd name="connsiteX7" fmla="*/ 92075 w 2577418"/>
                    <a:gd name="connsiteY7" fmla="*/ 520700 h 688975"/>
                    <a:gd name="connsiteX8" fmla="*/ 0 w 2577418"/>
                    <a:gd name="connsiteY8" fmla="*/ 593725 h 688975"/>
                    <a:gd name="connsiteX9" fmla="*/ 6350 w 2577418"/>
                    <a:gd name="connsiteY9" fmla="*/ 688975 h 688975"/>
                    <a:gd name="connsiteX10" fmla="*/ 2565400 w 2577418"/>
                    <a:gd name="connsiteY10" fmla="*/ 688975 h 688975"/>
                    <a:gd name="connsiteX11" fmla="*/ 2552700 w 2577418"/>
                    <a:gd name="connsiteY11" fmla="*/ 171450 h 688975"/>
                    <a:gd name="connsiteX12" fmla="*/ 2466975 w 2577418"/>
                    <a:gd name="connsiteY12" fmla="*/ 95250 h 688975"/>
                    <a:gd name="connsiteX13" fmla="*/ 511175 w 2577418"/>
                    <a:gd name="connsiteY13" fmla="*/ 184150 h 688975"/>
                    <a:gd name="connsiteX14" fmla="*/ 180975 w 2577418"/>
                    <a:gd name="connsiteY14" fmla="*/ 0 h 688975"/>
                    <a:gd name="connsiteX0" fmla="*/ 180975 w 2577418"/>
                    <a:gd name="connsiteY0" fmla="*/ 0 h 688975"/>
                    <a:gd name="connsiteX1" fmla="*/ 6350 w 2577418"/>
                    <a:gd name="connsiteY1" fmla="*/ 152400 h 688975"/>
                    <a:gd name="connsiteX2" fmla="*/ 9525 w 2577418"/>
                    <a:gd name="connsiteY2" fmla="*/ 241300 h 688975"/>
                    <a:gd name="connsiteX3" fmla="*/ 2454275 w 2577418"/>
                    <a:gd name="connsiteY3" fmla="*/ 234950 h 688975"/>
                    <a:gd name="connsiteX4" fmla="*/ 2454275 w 2577418"/>
                    <a:gd name="connsiteY4" fmla="*/ 552450 h 688975"/>
                    <a:gd name="connsiteX5" fmla="*/ 66675 w 2577418"/>
                    <a:gd name="connsiteY5" fmla="*/ 565150 h 688975"/>
                    <a:gd name="connsiteX6" fmla="*/ 88900 w 2577418"/>
                    <a:gd name="connsiteY6" fmla="*/ 568325 h 688975"/>
                    <a:gd name="connsiteX7" fmla="*/ 92075 w 2577418"/>
                    <a:gd name="connsiteY7" fmla="*/ 520700 h 688975"/>
                    <a:gd name="connsiteX8" fmla="*/ 0 w 2577418"/>
                    <a:gd name="connsiteY8" fmla="*/ 593725 h 688975"/>
                    <a:gd name="connsiteX9" fmla="*/ 6350 w 2577418"/>
                    <a:gd name="connsiteY9" fmla="*/ 688975 h 688975"/>
                    <a:gd name="connsiteX10" fmla="*/ 2565400 w 2577418"/>
                    <a:gd name="connsiteY10" fmla="*/ 688975 h 688975"/>
                    <a:gd name="connsiteX11" fmla="*/ 2552700 w 2577418"/>
                    <a:gd name="connsiteY11" fmla="*/ 171450 h 688975"/>
                    <a:gd name="connsiteX12" fmla="*/ 2466975 w 2577418"/>
                    <a:gd name="connsiteY12" fmla="*/ 95250 h 688975"/>
                    <a:gd name="connsiteX13" fmla="*/ 511175 w 2577418"/>
                    <a:gd name="connsiteY13" fmla="*/ 184150 h 688975"/>
                    <a:gd name="connsiteX14" fmla="*/ 180975 w 2577418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54275 w 2570812"/>
                    <a:gd name="connsiteY3" fmla="*/ 234950 h 688975"/>
                    <a:gd name="connsiteX4" fmla="*/ 2454275 w 2570812"/>
                    <a:gd name="connsiteY4" fmla="*/ 552450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4275 w 2570812"/>
                    <a:gd name="connsiteY4" fmla="*/ 552450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485775 w 2570812"/>
                    <a:gd name="connsiteY13" fmla="*/ 1714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180975 w 2570812"/>
                    <a:gd name="connsiteY13" fmla="*/ 0 h 688975"/>
                    <a:gd name="connsiteX0" fmla="*/ 180975 w 2570812"/>
                    <a:gd name="connsiteY0" fmla="*/ 31750 h 720725"/>
                    <a:gd name="connsiteX1" fmla="*/ 6350 w 2570812"/>
                    <a:gd name="connsiteY1" fmla="*/ 184150 h 720725"/>
                    <a:gd name="connsiteX2" fmla="*/ 9525 w 2570812"/>
                    <a:gd name="connsiteY2" fmla="*/ 273050 h 720725"/>
                    <a:gd name="connsiteX3" fmla="*/ 2460625 w 2570812"/>
                    <a:gd name="connsiteY3" fmla="*/ 279400 h 720725"/>
                    <a:gd name="connsiteX4" fmla="*/ 2457450 w 2570812"/>
                    <a:gd name="connsiteY4" fmla="*/ 593725 h 720725"/>
                    <a:gd name="connsiteX5" fmla="*/ 66675 w 2570812"/>
                    <a:gd name="connsiteY5" fmla="*/ 596900 h 720725"/>
                    <a:gd name="connsiteX6" fmla="*/ 88900 w 2570812"/>
                    <a:gd name="connsiteY6" fmla="*/ 600075 h 720725"/>
                    <a:gd name="connsiteX7" fmla="*/ 92075 w 2570812"/>
                    <a:gd name="connsiteY7" fmla="*/ 552450 h 720725"/>
                    <a:gd name="connsiteX8" fmla="*/ 0 w 2570812"/>
                    <a:gd name="connsiteY8" fmla="*/ 625475 h 720725"/>
                    <a:gd name="connsiteX9" fmla="*/ 6350 w 2570812"/>
                    <a:gd name="connsiteY9" fmla="*/ 720725 h 720725"/>
                    <a:gd name="connsiteX10" fmla="*/ 2565400 w 2570812"/>
                    <a:gd name="connsiteY10" fmla="*/ 720725 h 720725"/>
                    <a:gd name="connsiteX11" fmla="*/ 2552700 w 2570812"/>
                    <a:gd name="connsiteY11" fmla="*/ 203200 h 720725"/>
                    <a:gd name="connsiteX12" fmla="*/ 2336800 w 2570812"/>
                    <a:gd name="connsiteY12" fmla="*/ 0 h 720725"/>
                    <a:gd name="connsiteX13" fmla="*/ 180975 w 2570812"/>
                    <a:gd name="connsiteY13" fmla="*/ 31750 h 72072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352675 w 2570812"/>
                    <a:gd name="connsiteY12" fmla="*/ 19050 h 688975"/>
                    <a:gd name="connsiteX13" fmla="*/ 180975 w 2570812"/>
                    <a:gd name="connsiteY13" fmla="*/ 0 h 6889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352675 w 2570812"/>
                    <a:gd name="connsiteY12" fmla="*/ 4445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308225 w 2570812"/>
                    <a:gd name="connsiteY12" fmla="*/ 1270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295525 w 2570812"/>
                    <a:gd name="connsiteY12" fmla="*/ 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295525 w 2570812"/>
                    <a:gd name="connsiteY12" fmla="*/ 0 h 714375"/>
                    <a:gd name="connsiteX13" fmla="*/ 225425 w 2570812"/>
                    <a:gd name="connsiteY13" fmla="*/ 0 h 714375"/>
                    <a:gd name="connsiteX0" fmla="*/ 225425 w 2573535"/>
                    <a:gd name="connsiteY0" fmla="*/ 0 h 714375"/>
                    <a:gd name="connsiteX1" fmla="*/ 6350 w 2573535"/>
                    <a:gd name="connsiteY1" fmla="*/ 177800 h 714375"/>
                    <a:gd name="connsiteX2" fmla="*/ 9525 w 2573535"/>
                    <a:gd name="connsiteY2" fmla="*/ 266700 h 714375"/>
                    <a:gd name="connsiteX3" fmla="*/ 2460625 w 2573535"/>
                    <a:gd name="connsiteY3" fmla="*/ 273050 h 714375"/>
                    <a:gd name="connsiteX4" fmla="*/ 2457450 w 2573535"/>
                    <a:gd name="connsiteY4" fmla="*/ 587375 h 714375"/>
                    <a:gd name="connsiteX5" fmla="*/ 66675 w 2573535"/>
                    <a:gd name="connsiteY5" fmla="*/ 590550 h 714375"/>
                    <a:gd name="connsiteX6" fmla="*/ 88900 w 2573535"/>
                    <a:gd name="connsiteY6" fmla="*/ 593725 h 714375"/>
                    <a:gd name="connsiteX7" fmla="*/ 92075 w 2573535"/>
                    <a:gd name="connsiteY7" fmla="*/ 546100 h 714375"/>
                    <a:gd name="connsiteX8" fmla="*/ 0 w 2573535"/>
                    <a:gd name="connsiteY8" fmla="*/ 619125 h 714375"/>
                    <a:gd name="connsiteX9" fmla="*/ 6350 w 2573535"/>
                    <a:gd name="connsiteY9" fmla="*/ 714375 h 714375"/>
                    <a:gd name="connsiteX10" fmla="*/ 2565400 w 2573535"/>
                    <a:gd name="connsiteY10" fmla="*/ 714375 h 714375"/>
                    <a:gd name="connsiteX11" fmla="*/ 2567732 w 2573535"/>
                    <a:gd name="connsiteY11" fmla="*/ 201861 h 714375"/>
                    <a:gd name="connsiteX12" fmla="*/ 2295525 w 2573535"/>
                    <a:gd name="connsiteY12" fmla="*/ 0 h 714375"/>
                    <a:gd name="connsiteX13" fmla="*/ 225425 w 2573535"/>
                    <a:gd name="connsiteY13" fmla="*/ 0 h 714375"/>
                    <a:gd name="connsiteX0" fmla="*/ 225425 w 2575177"/>
                    <a:gd name="connsiteY0" fmla="*/ 0 h 714375"/>
                    <a:gd name="connsiteX1" fmla="*/ 6350 w 2575177"/>
                    <a:gd name="connsiteY1" fmla="*/ 177800 h 714375"/>
                    <a:gd name="connsiteX2" fmla="*/ 9525 w 2575177"/>
                    <a:gd name="connsiteY2" fmla="*/ 266700 h 714375"/>
                    <a:gd name="connsiteX3" fmla="*/ 2460625 w 2575177"/>
                    <a:gd name="connsiteY3" fmla="*/ 273050 h 714375"/>
                    <a:gd name="connsiteX4" fmla="*/ 2457450 w 2575177"/>
                    <a:gd name="connsiteY4" fmla="*/ 587375 h 714375"/>
                    <a:gd name="connsiteX5" fmla="*/ 66675 w 2575177"/>
                    <a:gd name="connsiteY5" fmla="*/ 590550 h 714375"/>
                    <a:gd name="connsiteX6" fmla="*/ 88900 w 2575177"/>
                    <a:gd name="connsiteY6" fmla="*/ 593725 h 714375"/>
                    <a:gd name="connsiteX7" fmla="*/ 92075 w 2575177"/>
                    <a:gd name="connsiteY7" fmla="*/ 546100 h 714375"/>
                    <a:gd name="connsiteX8" fmla="*/ 0 w 2575177"/>
                    <a:gd name="connsiteY8" fmla="*/ 619125 h 714375"/>
                    <a:gd name="connsiteX9" fmla="*/ 6350 w 2575177"/>
                    <a:gd name="connsiteY9" fmla="*/ 714375 h 714375"/>
                    <a:gd name="connsiteX10" fmla="*/ 2565400 w 2575177"/>
                    <a:gd name="connsiteY10" fmla="*/ 714375 h 714375"/>
                    <a:gd name="connsiteX11" fmla="*/ 2572743 w 2575177"/>
                    <a:gd name="connsiteY11" fmla="*/ 201861 h 714375"/>
                    <a:gd name="connsiteX12" fmla="*/ 2295525 w 2575177"/>
                    <a:gd name="connsiteY12" fmla="*/ 0 h 714375"/>
                    <a:gd name="connsiteX13" fmla="*/ 225425 w 2575177"/>
                    <a:gd name="connsiteY13" fmla="*/ 0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75177" h="714375">
                      <a:moveTo>
                        <a:pt x="225425" y="0"/>
                      </a:moveTo>
                      <a:lnTo>
                        <a:pt x="6350" y="177800"/>
                      </a:lnTo>
                      <a:lnTo>
                        <a:pt x="9525" y="266700"/>
                      </a:lnTo>
                      <a:lnTo>
                        <a:pt x="2460625" y="273050"/>
                      </a:lnTo>
                      <a:cubicBezTo>
                        <a:pt x="2459567" y="377825"/>
                        <a:pt x="2458508" y="482600"/>
                        <a:pt x="2457450" y="587375"/>
                      </a:cubicBezTo>
                      <a:lnTo>
                        <a:pt x="66675" y="590550"/>
                      </a:lnTo>
                      <a:cubicBezTo>
                        <a:pt x="69850" y="588433"/>
                        <a:pt x="85725" y="595842"/>
                        <a:pt x="88900" y="593725"/>
                      </a:cubicBezTo>
                      <a:lnTo>
                        <a:pt x="92075" y="546100"/>
                      </a:lnTo>
                      <a:lnTo>
                        <a:pt x="0" y="619125"/>
                      </a:lnTo>
                      <a:lnTo>
                        <a:pt x="6350" y="714375"/>
                      </a:lnTo>
                      <a:lnTo>
                        <a:pt x="2565400" y="714375"/>
                      </a:lnTo>
                      <a:cubicBezTo>
                        <a:pt x="2583392" y="672042"/>
                        <a:pt x="2570626" y="377544"/>
                        <a:pt x="2572743" y="201861"/>
                      </a:cubicBezTo>
                      <a:cubicBezTo>
                        <a:pt x="2487018" y="120369"/>
                        <a:pt x="2381250" y="65617"/>
                        <a:pt x="2295525" y="0"/>
                      </a:cubicBezTo>
                      <a:lnTo>
                        <a:pt x="2254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20" name="Rectangle 22">
                  <a:extLst>
                    <a:ext uri="{FF2B5EF4-FFF2-40B4-BE49-F238E27FC236}">
                      <a16:creationId xmlns:a16="http://schemas.microsoft.com/office/drawing/2014/main" xmlns="" id="{41C68168-E365-4E38-895C-38BC71DCA081}"/>
                    </a:ext>
                  </a:extLst>
                </p:cNvPr>
                <p:cNvSpPr/>
                <p:nvPr/>
              </p:nvSpPr>
              <p:spPr>
                <a:xfrm>
                  <a:off x="3707904" y="3762375"/>
                  <a:ext cx="2376264" cy="321543"/>
                </a:xfrm>
                <a:custGeom>
                  <a:avLst/>
                  <a:gdLst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6264" h="321543">
                      <a:moveTo>
                        <a:pt x="0" y="0"/>
                      </a:moveTo>
                      <a:lnTo>
                        <a:pt x="2376264" y="0"/>
                      </a:lnTo>
                      <a:lnTo>
                        <a:pt x="2376264" y="321543"/>
                      </a:lnTo>
                      <a:lnTo>
                        <a:pt x="0" y="321543"/>
                      </a:lnTo>
                      <a:cubicBezTo>
                        <a:pt x="34925" y="258812"/>
                        <a:pt x="50800" y="110356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xmlns="" id="{6F8246F2-9CFA-4CD9-9F29-F690056DB7CA}"/>
                  </a:ext>
                </a:extLst>
              </p:cNvPr>
              <p:cNvGrpSpPr/>
              <p:nvPr/>
            </p:nvGrpSpPr>
            <p:grpSpPr>
              <a:xfrm>
                <a:off x="4203709" y="4329734"/>
                <a:ext cx="1681345" cy="465751"/>
                <a:chOff x="3622676" y="3492499"/>
                <a:chExt cx="2578868" cy="714375"/>
              </a:xfr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7" name="Freeform 24">
                  <a:extLst>
                    <a:ext uri="{FF2B5EF4-FFF2-40B4-BE49-F238E27FC236}">
                      <a16:creationId xmlns:a16="http://schemas.microsoft.com/office/drawing/2014/main" xmlns="" id="{05AB3B7A-FF4C-43C0-8700-F05F8E6A07B0}"/>
                    </a:ext>
                  </a:extLst>
                </p:cNvPr>
                <p:cNvSpPr/>
                <p:nvPr/>
              </p:nvSpPr>
              <p:spPr>
                <a:xfrm>
                  <a:off x="3622676" y="3492499"/>
                  <a:ext cx="2578868" cy="714375"/>
                </a:xfrm>
                <a:custGeom>
                  <a:avLst/>
                  <a:gdLst>
                    <a:gd name="connsiteX0" fmla="*/ 190500 w 2559050"/>
                    <a:gd name="connsiteY0" fmla="*/ 0 h 698500"/>
                    <a:gd name="connsiteX1" fmla="*/ 0 w 2559050"/>
                    <a:gd name="connsiteY1" fmla="*/ 152400 h 698500"/>
                    <a:gd name="connsiteX2" fmla="*/ 6350 w 2559050"/>
                    <a:gd name="connsiteY2" fmla="*/ 215900 h 698500"/>
                    <a:gd name="connsiteX3" fmla="*/ 2501900 w 2559050"/>
                    <a:gd name="connsiteY3" fmla="*/ 241300 h 698500"/>
                    <a:gd name="connsiteX4" fmla="*/ 2470150 w 2559050"/>
                    <a:gd name="connsiteY4" fmla="*/ 552450 h 698500"/>
                    <a:gd name="connsiteX5" fmla="*/ 76200 w 2559050"/>
                    <a:gd name="connsiteY5" fmla="*/ 565150 h 698500"/>
                    <a:gd name="connsiteX6" fmla="*/ 101600 w 2559050"/>
                    <a:gd name="connsiteY6" fmla="*/ 520700 h 698500"/>
                    <a:gd name="connsiteX7" fmla="*/ 6350 w 2559050"/>
                    <a:gd name="connsiteY7" fmla="*/ 577850 h 698500"/>
                    <a:gd name="connsiteX8" fmla="*/ 44450 w 2559050"/>
                    <a:gd name="connsiteY8" fmla="*/ 666750 h 698500"/>
                    <a:gd name="connsiteX9" fmla="*/ 2400300 w 2559050"/>
                    <a:gd name="connsiteY9" fmla="*/ 692150 h 698500"/>
                    <a:gd name="connsiteX10" fmla="*/ 2432050 w 2559050"/>
                    <a:gd name="connsiteY10" fmla="*/ 666750 h 698500"/>
                    <a:gd name="connsiteX11" fmla="*/ 2501900 w 2559050"/>
                    <a:gd name="connsiteY11" fmla="*/ 698500 h 698500"/>
                    <a:gd name="connsiteX12" fmla="*/ 2552700 w 2559050"/>
                    <a:gd name="connsiteY12" fmla="*/ 685800 h 698500"/>
                    <a:gd name="connsiteX13" fmla="*/ 2559050 w 2559050"/>
                    <a:gd name="connsiteY13" fmla="*/ 158750 h 698500"/>
                    <a:gd name="connsiteX14" fmla="*/ 2476500 w 2559050"/>
                    <a:gd name="connsiteY14" fmla="*/ 95250 h 698500"/>
                    <a:gd name="connsiteX15" fmla="*/ 520700 w 2559050"/>
                    <a:gd name="connsiteY15" fmla="*/ 184150 h 698500"/>
                    <a:gd name="connsiteX16" fmla="*/ 190500 w 2559050"/>
                    <a:gd name="connsiteY16" fmla="*/ 0 h 698500"/>
                    <a:gd name="connsiteX0" fmla="*/ 190500 w 2559050"/>
                    <a:gd name="connsiteY0" fmla="*/ 0 h 698500"/>
                    <a:gd name="connsiteX1" fmla="*/ 0 w 2559050"/>
                    <a:gd name="connsiteY1" fmla="*/ 152400 h 698500"/>
                    <a:gd name="connsiteX2" fmla="*/ 19050 w 2559050"/>
                    <a:gd name="connsiteY2" fmla="*/ 241300 h 698500"/>
                    <a:gd name="connsiteX3" fmla="*/ 2501900 w 2559050"/>
                    <a:gd name="connsiteY3" fmla="*/ 241300 h 698500"/>
                    <a:gd name="connsiteX4" fmla="*/ 2470150 w 2559050"/>
                    <a:gd name="connsiteY4" fmla="*/ 552450 h 698500"/>
                    <a:gd name="connsiteX5" fmla="*/ 76200 w 2559050"/>
                    <a:gd name="connsiteY5" fmla="*/ 565150 h 698500"/>
                    <a:gd name="connsiteX6" fmla="*/ 101600 w 2559050"/>
                    <a:gd name="connsiteY6" fmla="*/ 520700 h 698500"/>
                    <a:gd name="connsiteX7" fmla="*/ 6350 w 2559050"/>
                    <a:gd name="connsiteY7" fmla="*/ 577850 h 698500"/>
                    <a:gd name="connsiteX8" fmla="*/ 44450 w 2559050"/>
                    <a:gd name="connsiteY8" fmla="*/ 666750 h 698500"/>
                    <a:gd name="connsiteX9" fmla="*/ 2400300 w 2559050"/>
                    <a:gd name="connsiteY9" fmla="*/ 692150 h 698500"/>
                    <a:gd name="connsiteX10" fmla="*/ 2432050 w 2559050"/>
                    <a:gd name="connsiteY10" fmla="*/ 666750 h 698500"/>
                    <a:gd name="connsiteX11" fmla="*/ 2501900 w 2559050"/>
                    <a:gd name="connsiteY11" fmla="*/ 698500 h 698500"/>
                    <a:gd name="connsiteX12" fmla="*/ 2552700 w 2559050"/>
                    <a:gd name="connsiteY12" fmla="*/ 685800 h 698500"/>
                    <a:gd name="connsiteX13" fmla="*/ 2559050 w 2559050"/>
                    <a:gd name="connsiteY13" fmla="*/ 158750 h 698500"/>
                    <a:gd name="connsiteX14" fmla="*/ 2476500 w 2559050"/>
                    <a:gd name="connsiteY14" fmla="*/ 95250 h 698500"/>
                    <a:gd name="connsiteX15" fmla="*/ 520700 w 2559050"/>
                    <a:gd name="connsiteY15" fmla="*/ 184150 h 698500"/>
                    <a:gd name="connsiteX16" fmla="*/ 190500 w 2559050"/>
                    <a:gd name="connsiteY16" fmla="*/ 0 h 698500"/>
                    <a:gd name="connsiteX0" fmla="*/ 184150 w 2552700"/>
                    <a:gd name="connsiteY0" fmla="*/ 0 h 698500"/>
                    <a:gd name="connsiteX1" fmla="*/ 9525 w 2552700"/>
                    <a:gd name="connsiteY1" fmla="*/ 152400 h 698500"/>
                    <a:gd name="connsiteX2" fmla="*/ 12700 w 2552700"/>
                    <a:gd name="connsiteY2" fmla="*/ 241300 h 698500"/>
                    <a:gd name="connsiteX3" fmla="*/ 2495550 w 2552700"/>
                    <a:gd name="connsiteY3" fmla="*/ 241300 h 698500"/>
                    <a:gd name="connsiteX4" fmla="*/ 2463800 w 2552700"/>
                    <a:gd name="connsiteY4" fmla="*/ 552450 h 698500"/>
                    <a:gd name="connsiteX5" fmla="*/ 69850 w 2552700"/>
                    <a:gd name="connsiteY5" fmla="*/ 565150 h 698500"/>
                    <a:gd name="connsiteX6" fmla="*/ 95250 w 2552700"/>
                    <a:gd name="connsiteY6" fmla="*/ 520700 h 698500"/>
                    <a:gd name="connsiteX7" fmla="*/ 0 w 2552700"/>
                    <a:gd name="connsiteY7" fmla="*/ 577850 h 698500"/>
                    <a:gd name="connsiteX8" fmla="*/ 38100 w 2552700"/>
                    <a:gd name="connsiteY8" fmla="*/ 666750 h 698500"/>
                    <a:gd name="connsiteX9" fmla="*/ 2393950 w 2552700"/>
                    <a:gd name="connsiteY9" fmla="*/ 692150 h 698500"/>
                    <a:gd name="connsiteX10" fmla="*/ 2425700 w 2552700"/>
                    <a:gd name="connsiteY10" fmla="*/ 666750 h 698500"/>
                    <a:gd name="connsiteX11" fmla="*/ 2495550 w 2552700"/>
                    <a:gd name="connsiteY11" fmla="*/ 698500 h 698500"/>
                    <a:gd name="connsiteX12" fmla="*/ 2546350 w 2552700"/>
                    <a:gd name="connsiteY12" fmla="*/ 685800 h 698500"/>
                    <a:gd name="connsiteX13" fmla="*/ 2552700 w 2552700"/>
                    <a:gd name="connsiteY13" fmla="*/ 158750 h 698500"/>
                    <a:gd name="connsiteX14" fmla="*/ 2470150 w 2552700"/>
                    <a:gd name="connsiteY14" fmla="*/ 95250 h 698500"/>
                    <a:gd name="connsiteX15" fmla="*/ 514350 w 2552700"/>
                    <a:gd name="connsiteY15" fmla="*/ 184150 h 698500"/>
                    <a:gd name="connsiteX16" fmla="*/ 184150 w 2552700"/>
                    <a:gd name="connsiteY16" fmla="*/ 0 h 698500"/>
                    <a:gd name="connsiteX0" fmla="*/ 184150 w 2571750"/>
                    <a:gd name="connsiteY0" fmla="*/ 0 h 698500"/>
                    <a:gd name="connsiteX1" fmla="*/ 9525 w 2571750"/>
                    <a:gd name="connsiteY1" fmla="*/ 152400 h 698500"/>
                    <a:gd name="connsiteX2" fmla="*/ 12700 w 2571750"/>
                    <a:gd name="connsiteY2" fmla="*/ 241300 h 698500"/>
                    <a:gd name="connsiteX3" fmla="*/ 2495550 w 2571750"/>
                    <a:gd name="connsiteY3" fmla="*/ 241300 h 698500"/>
                    <a:gd name="connsiteX4" fmla="*/ 2463800 w 2571750"/>
                    <a:gd name="connsiteY4" fmla="*/ 552450 h 698500"/>
                    <a:gd name="connsiteX5" fmla="*/ 69850 w 2571750"/>
                    <a:gd name="connsiteY5" fmla="*/ 565150 h 698500"/>
                    <a:gd name="connsiteX6" fmla="*/ 95250 w 2571750"/>
                    <a:gd name="connsiteY6" fmla="*/ 520700 h 698500"/>
                    <a:gd name="connsiteX7" fmla="*/ 0 w 2571750"/>
                    <a:gd name="connsiteY7" fmla="*/ 577850 h 698500"/>
                    <a:gd name="connsiteX8" fmla="*/ 38100 w 2571750"/>
                    <a:gd name="connsiteY8" fmla="*/ 666750 h 698500"/>
                    <a:gd name="connsiteX9" fmla="*/ 2393950 w 2571750"/>
                    <a:gd name="connsiteY9" fmla="*/ 692150 h 698500"/>
                    <a:gd name="connsiteX10" fmla="*/ 2425700 w 2571750"/>
                    <a:gd name="connsiteY10" fmla="*/ 666750 h 698500"/>
                    <a:gd name="connsiteX11" fmla="*/ 2495550 w 2571750"/>
                    <a:gd name="connsiteY11" fmla="*/ 698500 h 698500"/>
                    <a:gd name="connsiteX12" fmla="*/ 2546350 w 2571750"/>
                    <a:gd name="connsiteY12" fmla="*/ 685800 h 698500"/>
                    <a:gd name="connsiteX13" fmla="*/ 2571750 w 2571750"/>
                    <a:gd name="connsiteY13" fmla="*/ 193675 h 698500"/>
                    <a:gd name="connsiteX14" fmla="*/ 2470150 w 2571750"/>
                    <a:gd name="connsiteY14" fmla="*/ 95250 h 698500"/>
                    <a:gd name="connsiteX15" fmla="*/ 514350 w 2571750"/>
                    <a:gd name="connsiteY15" fmla="*/ 184150 h 698500"/>
                    <a:gd name="connsiteX16" fmla="*/ 184150 w 2571750"/>
                    <a:gd name="connsiteY16" fmla="*/ 0 h 698500"/>
                    <a:gd name="connsiteX0" fmla="*/ 184150 w 2555875"/>
                    <a:gd name="connsiteY0" fmla="*/ 0 h 698500"/>
                    <a:gd name="connsiteX1" fmla="*/ 9525 w 2555875"/>
                    <a:gd name="connsiteY1" fmla="*/ 152400 h 698500"/>
                    <a:gd name="connsiteX2" fmla="*/ 12700 w 2555875"/>
                    <a:gd name="connsiteY2" fmla="*/ 241300 h 698500"/>
                    <a:gd name="connsiteX3" fmla="*/ 2495550 w 2555875"/>
                    <a:gd name="connsiteY3" fmla="*/ 241300 h 698500"/>
                    <a:gd name="connsiteX4" fmla="*/ 2463800 w 2555875"/>
                    <a:gd name="connsiteY4" fmla="*/ 552450 h 698500"/>
                    <a:gd name="connsiteX5" fmla="*/ 69850 w 2555875"/>
                    <a:gd name="connsiteY5" fmla="*/ 565150 h 698500"/>
                    <a:gd name="connsiteX6" fmla="*/ 95250 w 2555875"/>
                    <a:gd name="connsiteY6" fmla="*/ 520700 h 698500"/>
                    <a:gd name="connsiteX7" fmla="*/ 0 w 2555875"/>
                    <a:gd name="connsiteY7" fmla="*/ 577850 h 698500"/>
                    <a:gd name="connsiteX8" fmla="*/ 38100 w 2555875"/>
                    <a:gd name="connsiteY8" fmla="*/ 666750 h 698500"/>
                    <a:gd name="connsiteX9" fmla="*/ 2393950 w 2555875"/>
                    <a:gd name="connsiteY9" fmla="*/ 692150 h 698500"/>
                    <a:gd name="connsiteX10" fmla="*/ 2425700 w 2555875"/>
                    <a:gd name="connsiteY10" fmla="*/ 666750 h 698500"/>
                    <a:gd name="connsiteX11" fmla="*/ 2495550 w 2555875"/>
                    <a:gd name="connsiteY11" fmla="*/ 698500 h 698500"/>
                    <a:gd name="connsiteX12" fmla="*/ 2546350 w 2555875"/>
                    <a:gd name="connsiteY12" fmla="*/ 685800 h 698500"/>
                    <a:gd name="connsiteX13" fmla="*/ 2555875 w 2555875"/>
                    <a:gd name="connsiteY13" fmla="*/ 171450 h 698500"/>
                    <a:gd name="connsiteX14" fmla="*/ 2470150 w 2555875"/>
                    <a:gd name="connsiteY14" fmla="*/ 95250 h 698500"/>
                    <a:gd name="connsiteX15" fmla="*/ 514350 w 2555875"/>
                    <a:gd name="connsiteY15" fmla="*/ 184150 h 698500"/>
                    <a:gd name="connsiteX16" fmla="*/ 184150 w 2555875"/>
                    <a:gd name="connsiteY16" fmla="*/ 0 h 698500"/>
                    <a:gd name="connsiteX0" fmla="*/ 184150 w 2562506"/>
                    <a:gd name="connsiteY0" fmla="*/ 0 h 698500"/>
                    <a:gd name="connsiteX1" fmla="*/ 9525 w 2562506"/>
                    <a:gd name="connsiteY1" fmla="*/ 152400 h 698500"/>
                    <a:gd name="connsiteX2" fmla="*/ 12700 w 2562506"/>
                    <a:gd name="connsiteY2" fmla="*/ 241300 h 698500"/>
                    <a:gd name="connsiteX3" fmla="*/ 2495550 w 2562506"/>
                    <a:gd name="connsiteY3" fmla="*/ 241300 h 698500"/>
                    <a:gd name="connsiteX4" fmla="*/ 2463800 w 2562506"/>
                    <a:gd name="connsiteY4" fmla="*/ 552450 h 698500"/>
                    <a:gd name="connsiteX5" fmla="*/ 69850 w 2562506"/>
                    <a:gd name="connsiteY5" fmla="*/ 565150 h 698500"/>
                    <a:gd name="connsiteX6" fmla="*/ 95250 w 2562506"/>
                    <a:gd name="connsiteY6" fmla="*/ 520700 h 698500"/>
                    <a:gd name="connsiteX7" fmla="*/ 0 w 2562506"/>
                    <a:gd name="connsiteY7" fmla="*/ 577850 h 698500"/>
                    <a:gd name="connsiteX8" fmla="*/ 38100 w 2562506"/>
                    <a:gd name="connsiteY8" fmla="*/ 666750 h 698500"/>
                    <a:gd name="connsiteX9" fmla="*/ 2393950 w 2562506"/>
                    <a:gd name="connsiteY9" fmla="*/ 692150 h 698500"/>
                    <a:gd name="connsiteX10" fmla="*/ 2425700 w 2562506"/>
                    <a:gd name="connsiteY10" fmla="*/ 666750 h 698500"/>
                    <a:gd name="connsiteX11" fmla="*/ 2495550 w 2562506"/>
                    <a:gd name="connsiteY11" fmla="*/ 698500 h 698500"/>
                    <a:gd name="connsiteX12" fmla="*/ 2562225 w 2562506"/>
                    <a:gd name="connsiteY12" fmla="*/ 685800 h 698500"/>
                    <a:gd name="connsiteX13" fmla="*/ 2555875 w 2562506"/>
                    <a:gd name="connsiteY13" fmla="*/ 171450 h 698500"/>
                    <a:gd name="connsiteX14" fmla="*/ 2470150 w 2562506"/>
                    <a:gd name="connsiteY14" fmla="*/ 95250 h 698500"/>
                    <a:gd name="connsiteX15" fmla="*/ 514350 w 2562506"/>
                    <a:gd name="connsiteY15" fmla="*/ 184150 h 698500"/>
                    <a:gd name="connsiteX16" fmla="*/ 184150 w 2562506"/>
                    <a:gd name="connsiteY16" fmla="*/ 0 h 69850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38100 w 2562506"/>
                    <a:gd name="connsiteY8" fmla="*/ 666750 h 692150"/>
                    <a:gd name="connsiteX9" fmla="*/ 2393950 w 2562506"/>
                    <a:gd name="connsiteY9" fmla="*/ 692150 h 692150"/>
                    <a:gd name="connsiteX10" fmla="*/ 2425700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38100 w 2562506"/>
                    <a:gd name="connsiteY8" fmla="*/ 666750 h 692150"/>
                    <a:gd name="connsiteX9" fmla="*/ 2393950 w 2562506"/>
                    <a:gd name="connsiteY9" fmla="*/ 692150 h 692150"/>
                    <a:gd name="connsiteX10" fmla="*/ 2435225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4150 w 2562506"/>
                    <a:gd name="connsiteY0" fmla="*/ 0 h 692150"/>
                    <a:gd name="connsiteX1" fmla="*/ 9525 w 2562506"/>
                    <a:gd name="connsiteY1" fmla="*/ 152400 h 692150"/>
                    <a:gd name="connsiteX2" fmla="*/ 12700 w 2562506"/>
                    <a:gd name="connsiteY2" fmla="*/ 241300 h 692150"/>
                    <a:gd name="connsiteX3" fmla="*/ 2495550 w 2562506"/>
                    <a:gd name="connsiteY3" fmla="*/ 241300 h 692150"/>
                    <a:gd name="connsiteX4" fmla="*/ 2463800 w 2562506"/>
                    <a:gd name="connsiteY4" fmla="*/ 552450 h 692150"/>
                    <a:gd name="connsiteX5" fmla="*/ 69850 w 2562506"/>
                    <a:gd name="connsiteY5" fmla="*/ 565150 h 692150"/>
                    <a:gd name="connsiteX6" fmla="*/ 95250 w 2562506"/>
                    <a:gd name="connsiteY6" fmla="*/ 520700 h 692150"/>
                    <a:gd name="connsiteX7" fmla="*/ 0 w 2562506"/>
                    <a:gd name="connsiteY7" fmla="*/ 577850 h 692150"/>
                    <a:gd name="connsiteX8" fmla="*/ 9525 w 2562506"/>
                    <a:gd name="connsiteY8" fmla="*/ 688975 h 692150"/>
                    <a:gd name="connsiteX9" fmla="*/ 2393950 w 2562506"/>
                    <a:gd name="connsiteY9" fmla="*/ 692150 h 692150"/>
                    <a:gd name="connsiteX10" fmla="*/ 2435225 w 2562506"/>
                    <a:gd name="connsiteY10" fmla="*/ 666750 h 692150"/>
                    <a:gd name="connsiteX11" fmla="*/ 2479675 w 2562506"/>
                    <a:gd name="connsiteY11" fmla="*/ 692150 h 692150"/>
                    <a:gd name="connsiteX12" fmla="*/ 2562225 w 2562506"/>
                    <a:gd name="connsiteY12" fmla="*/ 685800 h 692150"/>
                    <a:gd name="connsiteX13" fmla="*/ 2555875 w 2562506"/>
                    <a:gd name="connsiteY13" fmla="*/ 171450 h 692150"/>
                    <a:gd name="connsiteX14" fmla="*/ 2470150 w 2562506"/>
                    <a:gd name="connsiteY14" fmla="*/ 95250 h 692150"/>
                    <a:gd name="connsiteX15" fmla="*/ 514350 w 2562506"/>
                    <a:gd name="connsiteY15" fmla="*/ 184150 h 692150"/>
                    <a:gd name="connsiteX16" fmla="*/ 184150 w 2562506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92375 w 2559331"/>
                    <a:gd name="connsiteY3" fmla="*/ 24130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92075 w 2559331"/>
                    <a:gd name="connsiteY6" fmla="*/ 520700 h 692150"/>
                    <a:gd name="connsiteX7" fmla="*/ 0 w 2559331"/>
                    <a:gd name="connsiteY7" fmla="*/ 593725 h 692150"/>
                    <a:gd name="connsiteX8" fmla="*/ 6350 w 2559331"/>
                    <a:gd name="connsiteY8" fmla="*/ 688975 h 692150"/>
                    <a:gd name="connsiteX9" fmla="*/ 2390775 w 2559331"/>
                    <a:gd name="connsiteY9" fmla="*/ 692150 h 692150"/>
                    <a:gd name="connsiteX10" fmla="*/ 2432050 w 2559331"/>
                    <a:gd name="connsiteY10" fmla="*/ 666750 h 692150"/>
                    <a:gd name="connsiteX11" fmla="*/ 2476500 w 2559331"/>
                    <a:gd name="connsiteY11" fmla="*/ 692150 h 692150"/>
                    <a:gd name="connsiteX12" fmla="*/ 2559050 w 2559331"/>
                    <a:gd name="connsiteY12" fmla="*/ 685800 h 692150"/>
                    <a:gd name="connsiteX13" fmla="*/ 2552700 w 2559331"/>
                    <a:gd name="connsiteY13" fmla="*/ 171450 h 692150"/>
                    <a:gd name="connsiteX14" fmla="*/ 2466975 w 2559331"/>
                    <a:gd name="connsiteY14" fmla="*/ 95250 h 692150"/>
                    <a:gd name="connsiteX15" fmla="*/ 511175 w 2559331"/>
                    <a:gd name="connsiteY15" fmla="*/ 184150 h 692150"/>
                    <a:gd name="connsiteX16" fmla="*/ 180975 w 2559331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92375 w 2559331"/>
                    <a:gd name="connsiteY3" fmla="*/ 24130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6062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32050 w 2559331"/>
                    <a:gd name="connsiteY11" fmla="*/ 666750 h 692150"/>
                    <a:gd name="connsiteX12" fmla="*/ 2476500 w 2559331"/>
                    <a:gd name="connsiteY12" fmla="*/ 692150 h 692150"/>
                    <a:gd name="connsiteX13" fmla="*/ 2559050 w 2559331"/>
                    <a:gd name="connsiteY13" fmla="*/ 685800 h 692150"/>
                    <a:gd name="connsiteX14" fmla="*/ 2552700 w 2559331"/>
                    <a:gd name="connsiteY14" fmla="*/ 171450 h 692150"/>
                    <a:gd name="connsiteX15" fmla="*/ 2466975 w 2559331"/>
                    <a:gd name="connsiteY15" fmla="*/ 95250 h 692150"/>
                    <a:gd name="connsiteX16" fmla="*/ 511175 w 2559331"/>
                    <a:gd name="connsiteY16" fmla="*/ 184150 h 692150"/>
                    <a:gd name="connsiteX17" fmla="*/ 180975 w 2559331"/>
                    <a:gd name="connsiteY17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476500 w 2559331"/>
                    <a:gd name="connsiteY11" fmla="*/ 692150 h 692150"/>
                    <a:gd name="connsiteX12" fmla="*/ 2559050 w 2559331"/>
                    <a:gd name="connsiteY12" fmla="*/ 685800 h 692150"/>
                    <a:gd name="connsiteX13" fmla="*/ 2552700 w 2559331"/>
                    <a:gd name="connsiteY13" fmla="*/ 171450 h 692150"/>
                    <a:gd name="connsiteX14" fmla="*/ 2466975 w 2559331"/>
                    <a:gd name="connsiteY14" fmla="*/ 95250 h 692150"/>
                    <a:gd name="connsiteX15" fmla="*/ 511175 w 2559331"/>
                    <a:gd name="connsiteY15" fmla="*/ 184150 h 692150"/>
                    <a:gd name="connsiteX16" fmla="*/ 180975 w 2559331"/>
                    <a:gd name="connsiteY16" fmla="*/ 0 h 692150"/>
                    <a:gd name="connsiteX0" fmla="*/ 180975 w 2559331"/>
                    <a:gd name="connsiteY0" fmla="*/ 0 h 692150"/>
                    <a:gd name="connsiteX1" fmla="*/ 6350 w 2559331"/>
                    <a:gd name="connsiteY1" fmla="*/ 152400 h 692150"/>
                    <a:gd name="connsiteX2" fmla="*/ 9525 w 2559331"/>
                    <a:gd name="connsiteY2" fmla="*/ 241300 h 692150"/>
                    <a:gd name="connsiteX3" fmla="*/ 2454275 w 2559331"/>
                    <a:gd name="connsiteY3" fmla="*/ 234950 h 692150"/>
                    <a:gd name="connsiteX4" fmla="*/ 2454275 w 2559331"/>
                    <a:gd name="connsiteY4" fmla="*/ 552450 h 692150"/>
                    <a:gd name="connsiteX5" fmla="*/ 66675 w 2559331"/>
                    <a:gd name="connsiteY5" fmla="*/ 565150 h 692150"/>
                    <a:gd name="connsiteX6" fmla="*/ 88900 w 2559331"/>
                    <a:gd name="connsiteY6" fmla="*/ 568325 h 692150"/>
                    <a:gd name="connsiteX7" fmla="*/ 92075 w 2559331"/>
                    <a:gd name="connsiteY7" fmla="*/ 520700 h 692150"/>
                    <a:gd name="connsiteX8" fmla="*/ 0 w 2559331"/>
                    <a:gd name="connsiteY8" fmla="*/ 593725 h 692150"/>
                    <a:gd name="connsiteX9" fmla="*/ 6350 w 2559331"/>
                    <a:gd name="connsiteY9" fmla="*/ 688975 h 692150"/>
                    <a:gd name="connsiteX10" fmla="*/ 2390775 w 2559331"/>
                    <a:gd name="connsiteY10" fmla="*/ 692150 h 692150"/>
                    <a:gd name="connsiteX11" fmla="*/ 2559050 w 2559331"/>
                    <a:gd name="connsiteY11" fmla="*/ 685800 h 692150"/>
                    <a:gd name="connsiteX12" fmla="*/ 2552700 w 2559331"/>
                    <a:gd name="connsiteY12" fmla="*/ 171450 h 692150"/>
                    <a:gd name="connsiteX13" fmla="*/ 2466975 w 2559331"/>
                    <a:gd name="connsiteY13" fmla="*/ 95250 h 692150"/>
                    <a:gd name="connsiteX14" fmla="*/ 511175 w 2559331"/>
                    <a:gd name="connsiteY14" fmla="*/ 184150 h 692150"/>
                    <a:gd name="connsiteX15" fmla="*/ 180975 w 2559331"/>
                    <a:gd name="connsiteY15" fmla="*/ 0 h 692150"/>
                    <a:gd name="connsiteX0" fmla="*/ 180975 w 2559331"/>
                    <a:gd name="connsiteY0" fmla="*/ 0 h 688975"/>
                    <a:gd name="connsiteX1" fmla="*/ 6350 w 2559331"/>
                    <a:gd name="connsiteY1" fmla="*/ 152400 h 688975"/>
                    <a:gd name="connsiteX2" fmla="*/ 9525 w 2559331"/>
                    <a:gd name="connsiteY2" fmla="*/ 241300 h 688975"/>
                    <a:gd name="connsiteX3" fmla="*/ 2454275 w 2559331"/>
                    <a:gd name="connsiteY3" fmla="*/ 234950 h 688975"/>
                    <a:gd name="connsiteX4" fmla="*/ 2454275 w 2559331"/>
                    <a:gd name="connsiteY4" fmla="*/ 552450 h 688975"/>
                    <a:gd name="connsiteX5" fmla="*/ 66675 w 2559331"/>
                    <a:gd name="connsiteY5" fmla="*/ 565150 h 688975"/>
                    <a:gd name="connsiteX6" fmla="*/ 88900 w 2559331"/>
                    <a:gd name="connsiteY6" fmla="*/ 568325 h 688975"/>
                    <a:gd name="connsiteX7" fmla="*/ 92075 w 2559331"/>
                    <a:gd name="connsiteY7" fmla="*/ 520700 h 688975"/>
                    <a:gd name="connsiteX8" fmla="*/ 0 w 2559331"/>
                    <a:gd name="connsiteY8" fmla="*/ 593725 h 688975"/>
                    <a:gd name="connsiteX9" fmla="*/ 6350 w 2559331"/>
                    <a:gd name="connsiteY9" fmla="*/ 688975 h 688975"/>
                    <a:gd name="connsiteX10" fmla="*/ 2559050 w 2559331"/>
                    <a:gd name="connsiteY10" fmla="*/ 685800 h 688975"/>
                    <a:gd name="connsiteX11" fmla="*/ 2552700 w 2559331"/>
                    <a:gd name="connsiteY11" fmla="*/ 171450 h 688975"/>
                    <a:gd name="connsiteX12" fmla="*/ 2466975 w 2559331"/>
                    <a:gd name="connsiteY12" fmla="*/ 95250 h 688975"/>
                    <a:gd name="connsiteX13" fmla="*/ 511175 w 2559331"/>
                    <a:gd name="connsiteY13" fmla="*/ 184150 h 688975"/>
                    <a:gd name="connsiteX14" fmla="*/ 180975 w 2559331"/>
                    <a:gd name="connsiteY14" fmla="*/ 0 h 688975"/>
                    <a:gd name="connsiteX0" fmla="*/ 180975 w 2572231"/>
                    <a:gd name="connsiteY0" fmla="*/ 0 h 688975"/>
                    <a:gd name="connsiteX1" fmla="*/ 6350 w 2572231"/>
                    <a:gd name="connsiteY1" fmla="*/ 152400 h 688975"/>
                    <a:gd name="connsiteX2" fmla="*/ 9525 w 2572231"/>
                    <a:gd name="connsiteY2" fmla="*/ 241300 h 688975"/>
                    <a:gd name="connsiteX3" fmla="*/ 2454275 w 2572231"/>
                    <a:gd name="connsiteY3" fmla="*/ 234950 h 688975"/>
                    <a:gd name="connsiteX4" fmla="*/ 2454275 w 2572231"/>
                    <a:gd name="connsiteY4" fmla="*/ 552450 h 688975"/>
                    <a:gd name="connsiteX5" fmla="*/ 66675 w 2572231"/>
                    <a:gd name="connsiteY5" fmla="*/ 565150 h 688975"/>
                    <a:gd name="connsiteX6" fmla="*/ 88900 w 2572231"/>
                    <a:gd name="connsiteY6" fmla="*/ 568325 h 688975"/>
                    <a:gd name="connsiteX7" fmla="*/ 92075 w 2572231"/>
                    <a:gd name="connsiteY7" fmla="*/ 520700 h 688975"/>
                    <a:gd name="connsiteX8" fmla="*/ 0 w 2572231"/>
                    <a:gd name="connsiteY8" fmla="*/ 593725 h 688975"/>
                    <a:gd name="connsiteX9" fmla="*/ 6350 w 2572231"/>
                    <a:gd name="connsiteY9" fmla="*/ 688975 h 688975"/>
                    <a:gd name="connsiteX10" fmla="*/ 2559050 w 2572231"/>
                    <a:gd name="connsiteY10" fmla="*/ 685800 h 688975"/>
                    <a:gd name="connsiteX11" fmla="*/ 2552700 w 2572231"/>
                    <a:gd name="connsiteY11" fmla="*/ 171450 h 688975"/>
                    <a:gd name="connsiteX12" fmla="*/ 2466975 w 2572231"/>
                    <a:gd name="connsiteY12" fmla="*/ 95250 h 688975"/>
                    <a:gd name="connsiteX13" fmla="*/ 511175 w 2572231"/>
                    <a:gd name="connsiteY13" fmla="*/ 184150 h 688975"/>
                    <a:gd name="connsiteX14" fmla="*/ 180975 w 2572231"/>
                    <a:gd name="connsiteY14" fmla="*/ 0 h 688975"/>
                    <a:gd name="connsiteX0" fmla="*/ 180975 w 2572231"/>
                    <a:gd name="connsiteY0" fmla="*/ 0 h 688975"/>
                    <a:gd name="connsiteX1" fmla="*/ 6350 w 2572231"/>
                    <a:gd name="connsiteY1" fmla="*/ 152400 h 688975"/>
                    <a:gd name="connsiteX2" fmla="*/ 9525 w 2572231"/>
                    <a:gd name="connsiteY2" fmla="*/ 241300 h 688975"/>
                    <a:gd name="connsiteX3" fmla="*/ 2454275 w 2572231"/>
                    <a:gd name="connsiteY3" fmla="*/ 234950 h 688975"/>
                    <a:gd name="connsiteX4" fmla="*/ 2454275 w 2572231"/>
                    <a:gd name="connsiteY4" fmla="*/ 552450 h 688975"/>
                    <a:gd name="connsiteX5" fmla="*/ 66675 w 2572231"/>
                    <a:gd name="connsiteY5" fmla="*/ 565150 h 688975"/>
                    <a:gd name="connsiteX6" fmla="*/ 88900 w 2572231"/>
                    <a:gd name="connsiteY6" fmla="*/ 568325 h 688975"/>
                    <a:gd name="connsiteX7" fmla="*/ 92075 w 2572231"/>
                    <a:gd name="connsiteY7" fmla="*/ 520700 h 688975"/>
                    <a:gd name="connsiteX8" fmla="*/ 0 w 2572231"/>
                    <a:gd name="connsiteY8" fmla="*/ 593725 h 688975"/>
                    <a:gd name="connsiteX9" fmla="*/ 6350 w 2572231"/>
                    <a:gd name="connsiteY9" fmla="*/ 688975 h 688975"/>
                    <a:gd name="connsiteX10" fmla="*/ 2559050 w 2572231"/>
                    <a:gd name="connsiteY10" fmla="*/ 685800 h 688975"/>
                    <a:gd name="connsiteX11" fmla="*/ 2552700 w 2572231"/>
                    <a:gd name="connsiteY11" fmla="*/ 171450 h 688975"/>
                    <a:gd name="connsiteX12" fmla="*/ 2466975 w 2572231"/>
                    <a:gd name="connsiteY12" fmla="*/ 95250 h 688975"/>
                    <a:gd name="connsiteX13" fmla="*/ 511175 w 2572231"/>
                    <a:gd name="connsiteY13" fmla="*/ 184150 h 688975"/>
                    <a:gd name="connsiteX14" fmla="*/ 180975 w 2572231"/>
                    <a:gd name="connsiteY14" fmla="*/ 0 h 688975"/>
                    <a:gd name="connsiteX0" fmla="*/ 180975 w 2574798"/>
                    <a:gd name="connsiteY0" fmla="*/ 0 h 688975"/>
                    <a:gd name="connsiteX1" fmla="*/ 6350 w 2574798"/>
                    <a:gd name="connsiteY1" fmla="*/ 152400 h 688975"/>
                    <a:gd name="connsiteX2" fmla="*/ 9525 w 2574798"/>
                    <a:gd name="connsiteY2" fmla="*/ 241300 h 688975"/>
                    <a:gd name="connsiteX3" fmla="*/ 2454275 w 2574798"/>
                    <a:gd name="connsiteY3" fmla="*/ 234950 h 688975"/>
                    <a:gd name="connsiteX4" fmla="*/ 2454275 w 2574798"/>
                    <a:gd name="connsiteY4" fmla="*/ 552450 h 688975"/>
                    <a:gd name="connsiteX5" fmla="*/ 66675 w 2574798"/>
                    <a:gd name="connsiteY5" fmla="*/ 565150 h 688975"/>
                    <a:gd name="connsiteX6" fmla="*/ 88900 w 2574798"/>
                    <a:gd name="connsiteY6" fmla="*/ 568325 h 688975"/>
                    <a:gd name="connsiteX7" fmla="*/ 92075 w 2574798"/>
                    <a:gd name="connsiteY7" fmla="*/ 520700 h 688975"/>
                    <a:gd name="connsiteX8" fmla="*/ 0 w 2574798"/>
                    <a:gd name="connsiteY8" fmla="*/ 593725 h 688975"/>
                    <a:gd name="connsiteX9" fmla="*/ 6350 w 2574798"/>
                    <a:gd name="connsiteY9" fmla="*/ 688975 h 688975"/>
                    <a:gd name="connsiteX10" fmla="*/ 2562225 w 2574798"/>
                    <a:gd name="connsiteY10" fmla="*/ 666750 h 688975"/>
                    <a:gd name="connsiteX11" fmla="*/ 2552700 w 2574798"/>
                    <a:gd name="connsiteY11" fmla="*/ 171450 h 688975"/>
                    <a:gd name="connsiteX12" fmla="*/ 2466975 w 2574798"/>
                    <a:gd name="connsiteY12" fmla="*/ 95250 h 688975"/>
                    <a:gd name="connsiteX13" fmla="*/ 511175 w 2574798"/>
                    <a:gd name="connsiteY13" fmla="*/ 184150 h 688975"/>
                    <a:gd name="connsiteX14" fmla="*/ 180975 w 2574798"/>
                    <a:gd name="connsiteY14" fmla="*/ 0 h 688975"/>
                    <a:gd name="connsiteX0" fmla="*/ 180975 w 2574798"/>
                    <a:gd name="connsiteY0" fmla="*/ 0 h 688975"/>
                    <a:gd name="connsiteX1" fmla="*/ 6350 w 2574798"/>
                    <a:gd name="connsiteY1" fmla="*/ 152400 h 688975"/>
                    <a:gd name="connsiteX2" fmla="*/ 9525 w 2574798"/>
                    <a:gd name="connsiteY2" fmla="*/ 241300 h 688975"/>
                    <a:gd name="connsiteX3" fmla="*/ 2454275 w 2574798"/>
                    <a:gd name="connsiteY3" fmla="*/ 234950 h 688975"/>
                    <a:gd name="connsiteX4" fmla="*/ 2454275 w 2574798"/>
                    <a:gd name="connsiteY4" fmla="*/ 552450 h 688975"/>
                    <a:gd name="connsiteX5" fmla="*/ 66675 w 2574798"/>
                    <a:gd name="connsiteY5" fmla="*/ 565150 h 688975"/>
                    <a:gd name="connsiteX6" fmla="*/ 88900 w 2574798"/>
                    <a:gd name="connsiteY6" fmla="*/ 568325 h 688975"/>
                    <a:gd name="connsiteX7" fmla="*/ 92075 w 2574798"/>
                    <a:gd name="connsiteY7" fmla="*/ 520700 h 688975"/>
                    <a:gd name="connsiteX8" fmla="*/ 0 w 2574798"/>
                    <a:gd name="connsiteY8" fmla="*/ 593725 h 688975"/>
                    <a:gd name="connsiteX9" fmla="*/ 6350 w 2574798"/>
                    <a:gd name="connsiteY9" fmla="*/ 688975 h 688975"/>
                    <a:gd name="connsiteX10" fmla="*/ 2562225 w 2574798"/>
                    <a:gd name="connsiteY10" fmla="*/ 666750 h 688975"/>
                    <a:gd name="connsiteX11" fmla="*/ 2552700 w 2574798"/>
                    <a:gd name="connsiteY11" fmla="*/ 171450 h 688975"/>
                    <a:gd name="connsiteX12" fmla="*/ 2466975 w 2574798"/>
                    <a:gd name="connsiteY12" fmla="*/ 95250 h 688975"/>
                    <a:gd name="connsiteX13" fmla="*/ 511175 w 2574798"/>
                    <a:gd name="connsiteY13" fmla="*/ 184150 h 688975"/>
                    <a:gd name="connsiteX14" fmla="*/ 180975 w 2574798"/>
                    <a:gd name="connsiteY14" fmla="*/ 0 h 688975"/>
                    <a:gd name="connsiteX0" fmla="*/ 180975 w 2577418"/>
                    <a:gd name="connsiteY0" fmla="*/ 0 h 688975"/>
                    <a:gd name="connsiteX1" fmla="*/ 6350 w 2577418"/>
                    <a:gd name="connsiteY1" fmla="*/ 152400 h 688975"/>
                    <a:gd name="connsiteX2" fmla="*/ 9525 w 2577418"/>
                    <a:gd name="connsiteY2" fmla="*/ 241300 h 688975"/>
                    <a:gd name="connsiteX3" fmla="*/ 2454275 w 2577418"/>
                    <a:gd name="connsiteY3" fmla="*/ 234950 h 688975"/>
                    <a:gd name="connsiteX4" fmla="*/ 2454275 w 2577418"/>
                    <a:gd name="connsiteY4" fmla="*/ 552450 h 688975"/>
                    <a:gd name="connsiteX5" fmla="*/ 66675 w 2577418"/>
                    <a:gd name="connsiteY5" fmla="*/ 565150 h 688975"/>
                    <a:gd name="connsiteX6" fmla="*/ 88900 w 2577418"/>
                    <a:gd name="connsiteY6" fmla="*/ 568325 h 688975"/>
                    <a:gd name="connsiteX7" fmla="*/ 92075 w 2577418"/>
                    <a:gd name="connsiteY7" fmla="*/ 520700 h 688975"/>
                    <a:gd name="connsiteX8" fmla="*/ 0 w 2577418"/>
                    <a:gd name="connsiteY8" fmla="*/ 593725 h 688975"/>
                    <a:gd name="connsiteX9" fmla="*/ 6350 w 2577418"/>
                    <a:gd name="connsiteY9" fmla="*/ 688975 h 688975"/>
                    <a:gd name="connsiteX10" fmla="*/ 2565400 w 2577418"/>
                    <a:gd name="connsiteY10" fmla="*/ 688975 h 688975"/>
                    <a:gd name="connsiteX11" fmla="*/ 2552700 w 2577418"/>
                    <a:gd name="connsiteY11" fmla="*/ 171450 h 688975"/>
                    <a:gd name="connsiteX12" fmla="*/ 2466975 w 2577418"/>
                    <a:gd name="connsiteY12" fmla="*/ 95250 h 688975"/>
                    <a:gd name="connsiteX13" fmla="*/ 511175 w 2577418"/>
                    <a:gd name="connsiteY13" fmla="*/ 184150 h 688975"/>
                    <a:gd name="connsiteX14" fmla="*/ 180975 w 2577418"/>
                    <a:gd name="connsiteY14" fmla="*/ 0 h 688975"/>
                    <a:gd name="connsiteX0" fmla="*/ 180975 w 2577418"/>
                    <a:gd name="connsiteY0" fmla="*/ 0 h 688975"/>
                    <a:gd name="connsiteX1" fmla="*/ 6350 w 2577418"/>
                    <a:gd name="connsiteY1" fmla="*/ 152400 h 688975"/>
                    <a:gd name="connsiteX2" fmla="*/ 9525 w 2577418"/>
                    <a:gd name="connsiteY2" fmla="*/ 241300 h 688975"/>
                    <a:gd name="connsiteX3" fmla="*/ 2454275 w 2577418"/>
                    <a:gd name="connsiteY3" fmla="*/ 234950 h 688975"/>
                    <a:gd name="connsiteX4" fmla="*/ 2454275 w 2577418"/>
                    <a:gd name="connsiteY4" fmla="*/ 552450 h 688975"/>
                    <a:gd name="connsiteX5" fmla="*/ 66675 w 2577418"/>
                    <a:gd name="connsiteY5" fmla="*/ 565150 h 688975"/>
                    <a:gd name="connsiteX6" fmla="*/ 88900 w 2577418"/>
                    <a:gd name="connsiteY6" fmla="*/ 568325 h 688975"/>
                    <a:gd name="connsiteX7" fmla="*/ 92075 w 2577418"/>
                    <a:gd name="connsiteY7" fmla="*/ 520700 h 688975"/>
                    <a:gd name="connsiteX8" fmla="*/ 0 w 2577418"/>
                    <a:gd name="connsiteY8" fmla="*/ 593725 h 688975"/>
                    <a:gd name="connsiteX9" fmla="*/ 6350 w 2577418"/>
                    <a:gd name="connsiteY9" fmla="*/ 688975 h 688975"/>
                    <a:gd name="connsiteX10" fmla="*/ 2565400 w 2577418"/>
                    <a:gd name="connsiteY10" fmla="*/ 688975 h 688975"/>
                    <a:gd name="connsiteX11" fmla="*/ 2552700 w 2577418"/>
                    <a:gd name="connsiteY11" fmla="*/ 171450 h 688975"/>
                    <a:gd name="connsiteX12" fmla="*/ 2466975 w 2577418"/>
                    <a:gd name="connsiteY12" fmla="*/ 95250 h 688975"/>
                    <a:gd name="connsiteX13" fmla="*/ 511175 w 2577418"/>
                    <a:gd name="connsiteY13" fmla="*/ 184150 h 688975"/>
                    <a:gd name="connsiteX14" fmla="*/ 180975 w 2577418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54275 w 2570812"/>
                    <a:gd name="connsiteY3" fmla="*/ 234950 h 688975"/>
                    <a:gd name="connsiteX4" fmla="*/ 2454275 w 2570812"/>
                    <a:gd name="connsiteY4" fmla="*/ 552450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4275 w 2570812"/>
                    <a:gd name="connsiteY4" fmla="*/ 552450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511175 w 2570812"/>
                    <a:gd name="connsiteY13" fmla="*/ 1841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485775 w 2570812"/>
                    <a:gd name="connsiteY13" fmla="*/ 171450 h 688975"/>
                    <a:gd name="connsiteX14" fmla="*/ 180975 w 2570812"/>
                    <a:gd name="connsiteY14" fmla="*/ 0 h 68897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466975 w 2570812"/>
                    <a:gd name="connsiteY12" fmla="*/ 95250 h 688975"/>
                    <a:gd name="connsiteX13" fmla="*/ 180975 w 2570812"/>
                    <a:gd name="connsiteY13" fmla="*/ 0 h 688975"/>
                    <a:gd name="connsiteX0" fmla="*/ 180975 w 2570812"/>
                    <a:gd name="connsiteY0" fmla="*/ 31750 h 720725"/>
                    <a:gd name="connsiteX1" fmla="*/ 6350 w 2570812"/>
                    <a:gd name="connsiteY1" fmla="*/ 184150 h 720725"/>
                    <a:gd name="connsiteX2" fmla="*/ 9525 w 2570812"/>
                    <a:gd name="connsiteY2" fmla="*/ 273050 h 720725"/>
                    <a:gd name="connsiteX3" fmla="*/ 2460625 w 2570812"/>
                    <a:gd name="connsiteY3" fmla="*/ 279400 h 720725"/>
                    <a:gd name="connsiteX4" fmla="*/ 2457450 w 2570812"/>
                    <a:gd name="connsiteY4" fmla="*/ 593725 h 720725"/>
                    <a:gd name="connsiteX5" fmla="*/ 66675 w 2570812"/>
                    <a:gd name="connsiteY5" fmla="*/ 596900 h 720725"/>
                    <a:gd name="connsiteX6" fmla="*/ 88900 w 2570812"/>
                    <a:gd name="connsiteY6" fmla="*/ 600075 h 720725"/>
                    <a:gd name="connsiteX7" fmla="*/ 92075 w 2570812"/>
                    <a:gd name="connsiteY7" fmla="*/ 552450 h 720725"/>
                    <a:gd name="connsiteX8" fmla="*/ 0 w 2570812"/>
                    <a:gd name="connsiteY8" fmla="*/ 625475 h 720725"/>
                    <a:gd name="connsiteX9" fmla="*/ 6350 w 2570812"/>
                    <a:gd name="connsiteY9" fmla="*/ 720725 h 720725"/>
                    <a:gd name="connsiteX10" fmla="*/ 2565400 w 2570812"/>
                    <a:gd name="connsiteY10" fmla="*/ 720725 h 720725"/>
                    <a:gd name="connsiteX11" fmla="*/ 2552700 w 2570812"/>
                    <a:gd name="connsiteY11" fmla="*/ 203200 h 720725"/>
                    <a:gd name="connsiteX12" fmla="*/ 2336800 w 2570812"/>
                    <a:gd name="connsiteY12" fmla="*/ 0 h 720725"/>
                    <a:gd name="connsiteX13" fmla="*/ 180975 w 2570812"/>
                    <a:gd name="connsiteY13" fmla="*/ 31750 h 720725"/>
                    <a:gd name="connsiteX0" fmla="*/ 180975 w 2570812"/>
                    <a:gd name="connsiteY0" fmla="*/ 0 h 688975"/>
                    <a:gd name="connsiteX1" fmla="*/ 6350 w 2570812"/>
                    <a:gd name="connsiteY1" fmla="*/ 152400 h 688975"/>
                    <a:gd name="connsiteX2" fmla="*/ 9525 w 2570812"/>
                    <a:gd name="connsiteY2" fmla="*/ 241300 h 688975"/>
                    <a:gd name="connsiteX3" fmla="*/ 2460625 w 2570812"/>
                    <a:gd name="connsiteY3" fmla="*/ 247650 h 688975"/>
                    <a:gd name="connsiteX4" fmla="*/ 2457450 w 2570812"/>
                    <a:gd name="connsiteY4" fmla="*/ 561975 h 688975"/>
                    <a:gd name="connsiteX5" fmla="*/ 66675 w 2570812"/>
                    <a:gd name="connsiteY5" fmla="*/ 565150 h 688975"/>
                    <a:gd name="connsiteX6" fmla="*/ 88900 w 2570812"/>
                    <a:gd name="connsiteY6" fmla="*/ 568325 h 688975"/>
                    <a:gd name="connsiteX7" fmla="*/ 92075 w 2570812"/>
                    <a:gd name="connsiteY7" fmla="*/ 520700 h 688975"/>
                    <a:gd name="connsiteX8" fmla="*/ 0 w 2570812"/>
                    <a:gd name="connsiteY8" fmla="*/ 593725 h 688975"/>
                    <a:gd name="connsiteX9" fmla="*/ 6350 w 2570812"/>
                    <a:gd name="connsiteY9" fmla="*/ 688975 h 688975"/>
                    <a:gd name="connsiteX10" fmla="*/ 2565400 w 2570812"/>
                    <a:gd name="connsiteY10" fmla="*/ 688975 h 688975"/>
                    <a:gd name="connsiteX11" fmla="*/ 2552700 w 2570812"/>
                    <a:gd name="connsiteY11" fmla="*/ 171450 h 688975"/>
                    <a:gd name="connsiteX12" fmla="*/ 2352675 w 2570812"/>
                    <a:gd name="connsiteY12" fmla="*/ 19050 h 688975"/>
                    <a:gd name="connsiteX13" fmla="*/ 180975 w 2570812"/>
                    <a:gd name="connsiteY13" fmla="*/ 0 h 6889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352675 w 2570812"/>
                    <a:gd name="connsiteY12" fmla="*/ 4445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308225 w 2570812"/>
                    <a:gd name="connsiteY12" fmla="*/ 1270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295525 w 2570812"/>
                    <a:gd name="connsiteY12" fmla="*/ 0 h 714375"/>
                    <a:gd name="connsiteX13" fmla="*/ 225425 w 2570812"/>
                    <a:gd name="connsiteY13" fmla="*/ 0 h 714375"/>
                    <a:gd name="connsiteX0" fmla="*/ 225425 w 2570812"/>
                    <a:gd name="connsiteY0" fmla="*/ 0 h 714375"/>
                    <a:gd name="connsiteX1" fmla="*/ 6350 w 2570812"/>
                    <a:gd name="connsiteY1" fmla="*/ 177800 h 714375"/>
                    <a:gd name="connsiteX2" fmla="*/ 9525 w 2570812"/>
                    <a:gd name="connsiteY2" fmla="*/ 266700 h 714375"/>
                    <a:gd name="connsiteX3" fmla="*/ 2460625 w 2570812"/>
                    <a:gd name="connsiteY3" fmla="*/ 273050 h 714375"/>
                    <a:gd name="connsiteX4" fmla="*/ 2457450 w 2570812"/>
                    <a:gd name="connsiteY4" fmla="*/ 587375 h 714375"/>
                    <a:gd name="connsiteX5" fmla="*/ 66675 w 2570812"/>
                    <a:gd name="connsiteY5" fmla="*/ 590550 h 714375"/>
                    <a:gd name="connsiteX6" fmla="*/ 88900 w 2570812"/>
                    <a:gd name="connsiteY6" fmla="*/ 593725 h 714375"/>
                    <a:gd name="connsiteX7" fmla="*/ 92075 w 2570812"/>
                    <a:gd name="connsiteY7" fmla="*/ 546100 h 714375"/>
                    <a:gd name="connsiteX8" fmla="*/ 0 w 2570812"/>
                    <a:gd name="connsiteY8" fmla="*/ 619125 h 714375"/>
                    <a:gd name="connsiteX9" fmla="*/ 6350 w 2570812"/>
                    <a:gd name="connsiteY9" fmla="*/ 714375 h 714375"/>
                    <a:gd name="connsiteX10" fmla="*/ 2565400 w 2570812"/>
                    <a:gd name="connsiteY10" fmla="*/ 714375 h 714375"/>
                    <a:gd name="connsiteX11" fmla="*/ 2552700 w 2570812"/>
                    <a:gd name="connsiteY11" fmla="*/ 196850 h 714375"/>
                    <a:gd name="connsiteX12" fmla="*/ 2295525 w 2570812"/>
                    <a:gd name="connsiteY12" fmla="*/ 0 h 714375"/>
                    <a:gd name="connsiteX13" fmla="*/ 225425 w 2570812"/>
                    <a:gd name="connsiteY13" fmla="*/ 0 h 714375"/>
                    <a:gd name="connsiteX0" fmla="*/ 225425 w 2578868"/>
                    <a:gd name="connsiteY0" fmla="*/ 0 h 714375"/>
                    <a:gd name="connsiteX1" fmla="*/ 6350 w 2578868"/>
                    <a:gd name="connsiteY1" fmla="*/ 177800 h 714375"/>
                    <a:gd name="connsiteX2" fmla="*/ 9525 w 2578868"/>
                    <a:gd name="connsiteY2" fmla="*/ 266700 h 714375"/>
                    <a:gd name="connsiteX3" fmla="*/ 2460625 w 2578868"/>
                    <a:gd name="connsiteY3" fmla="*/ 273050 h 714375"/>
                    <a:gd name="connsiteX4" fmla="*/ 2457450 w 2578868"/>
                    <a:gd name="connsiteY4" fmla="*/ 587375 h 714375"/>
                    <a:gd name="connsiteX5" fmla="*/ 66675 w 2578868"/>
                    <a:gd name="connsiteY5" fmla="*/ 590550 h 714375"/>
                    <a:gd name="connsiteX6" fmla="*/ 88900 w 2578868"/>
                    <a:gd name="connsiteY6" fmla="*/ 593725 h 714375"/>
                    <a:gd name="connsiteX7" fmla="*/ 92075 w 2578868"/>
                    <a:gd name="connsiteY7" fmla="*/ 546100 h 714375"/>
                    <a:gd name="connsiteX8" fmla="*/ 0 w 2578868"/>
                    <a:gd name="connsiteY8" fmla="*/ 619125 h 714375"/>
                    <a:gd name="connsiteX9" fmla="*/ 6350 w 2578868"/>
                    <a:gd name="connsiteY9" fmla="*/ 714375 h 714375"/>
                    <a:gd name="connsiteX10" fmla="*/ 2565400 w 2578868"/>
                    <a:gd name="connsiteY10" fmla="*/ 714375 h 714375"/>
                    <a:gd name="connsiteX11" fmla="*/ 2578868 w 2578868"/>
                    <a:gd name="connsiteY11" fmla="*/ 202083 h 714375"/>
                    <a:gd name="connsiteX12" fmla="*/ 2295525 w 2578868"/>
                    <a:gd name="connsiteY12" fmla="*/ 0 h 714375"/>
                    <a:gd name="connsiteX13" fmla="*/ 225425 w 2578868"/>
                    <a:gd name="connsiteY13" fmla="*/ 0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78868" h="714375">
                      <a:moveTo>
                        <a:pt x="225425" y="0"/>
                      </a:moveTo>
                      <a:lnTo>
                        <a:pt x="6350" y="177800"/>
                      </a:lnTo>
                      <a:lnTo>
                        <a:pt x="9525" y="266700"/>
                      </a:lnTo>
                      <a:lnTo>
                        <a:pt x="2460625" y="273050"/>
                      </a:lnTo>
                      <a:cubicBezTo>
                        <a:pt x="2459567" y="377825"/>
                        <a:pt x="2458508" y="482600"/>
                        <a:pt x="2457450" y="587375"/>
                      </a:cubicBezTo>
                      <a:lnTo>
                        <a:pt x="66675" y="590550"/>
                      </a:lnTo>
                      <a:cubicBezTo>
                        <a:pt x="69850" y="588433"/>
                        <a:pt x="85725" y="595842"/>
                        <a:pt x="88900" y="593725"/>
                      </a:cubicBezTo>
                      <a:lnTo>
                        <a:pt x="92075" y="546100"/>
                      </a:lnTo>
                      <a:lnTo>
                        <a:pt x="0" y="619125"/>
                      </a:lnTo>
                      <a:lnTo>
                        <a:pt x="6350" y="714375"/>
                      </a:lnTo>
                      <a:lnTo>
                        <a:pt x="2565400" y="714375"/>
                      </a:lnTo>
                      <a:cubicBezTo>
                        <a:pt x="2583392" y="672042"/>
                        <a:pt x="2576751" y="377766"/>
                        <a:pt x="2578868" y="202083"/>
                      </a:cubicBezTo>
                      <a:cubicBezTo>
                        <a:pt x="2493143" y="120591"/>
                        <a:pt x="2381250" y="65617"/>
                        <a:pt x="2295525" y="0"/>
                      </a:cubicBezTo>
                      <a:lnTo>
                        <a:pt x="2254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18" name="Rectangle 22">
                  <a:extLst>
                    <a:ext uri="{FF2B5EF4-FFF2-40B4-BE49-F238E27FC236}">
                      <a16:creationId xmlns:a16="http://schemas.microsoft.com/office/drawing/2014/main" xmlns="" id="{816C38D2-D0D6-4D97-B882-B14944441BB3}"/>
                    </a:ext>
                  </a:extLst>
                </p:cNvPr>
                <p:cNvSpPr/>
                <p:nvPr/>
              </p:nvSpPr>
              <p:spPr>
                <a:xfrm>
                  <a:off x="3707904" y="3762375"/>
                  <a:ext cx="2376264" cy="321543"/>
                </a:xfrm>
                <a:custGeom>
                  <a:avLst/>
                  <a:gdLst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  <a:gd name="connsiteX0" fmla="*/ 0 w 2376264"/>
                    <a:gd name="connsiteY0" fmla="*/ 0 h 321543"/>
                    <a:gd name="connsiteX1" fmla="*/ 2376264 w 2376264"/>
                    <a:gd name="connsiteY1" fmla="*/ 0 h 321543"/>
                    <a:gd name="connsiteX2" fmla="*/ 2376264 w 2376264"/>
                    <a:gd name="connsiteY2" fmla="*/ 321543 h 321543"/>
                    <a:gd name="connsiteX3" fmla="*/ 0 w 2376264"/>
                    <a:gd name="connsiteY3" fmla="*/ 321543 h 321543"/>
                    <a:gd name="connsiteX4" fmla="*/ 0 w 2376264"/>
                    <a:gd name="connsiteY4" fmla="*/ 0 h 321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6264" h="321543">
                      <a:moveTo>
                        <a:pt x="0" y="0"/>
                      </a:moveTo>
                      <a:lnTo>
                        <a:pt x="2376264" y="0"/>
                      </a:lnTo>
                      <a:lnTo>
                        <a:pt x="2376264" y="321543"/>
                      </a:lnTo>
                      <a:lnTo>
                        <a:pt x="0" y="321543"/>
                      </a:lnTo>
                      <a:cubicBezTo>
                        <a:pt x="34925" y="258812"/>
                        <a:pt x="50800" y="110356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xmlns="" id="{E993F32A-4B25-4F76-B788-DF5667511C13}"/>
                  </a:ext>
                </a:extLst>
              </p:cNvPr>
              <p:cNvGrpSpPr/>
              <p:nvPr/>
            </p:nvGrpSpPr>
            <p:grpSpPr>
              <a:xfrm>
                <a:off x="4117666" y="4061275"/>
                <a:ext cx="1832471" cy="391100"/>
                <a:chOff x="3644106" y="3130550"/>
                <a:chExt cx="2603340" cy="555625"/>
              </a:xfr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5" name="Freeform 27">
                  <a:extLst>
                    <a:ext uri="{FF2B5EF4-FFF2-40B4-BE49-F238E27FC236}">
                      <a16:creationId xmlns:a16="http://schemas.microsoft.com/office/drawing/2014/main" xmlns="" id="{497179C8-8A81-48DD-A399-A2B1AA41B2A6}"/>
                    </a:ext>
                  </a:extLst>
                </p:cNvPr>
                <p:cNvSpPr/>
                <p:nvPr/>
              </p:nvSpPr>
              <p:spPr>
                <a:xfrm>
                  <a:off x="3644106" y="3130550"/>
                  <a:ext cx="2603340" cy="555625"/>
                </a:xfrm>
                <a:custGeom>
                  <a:avLst/>
                  <a:gdLst>
                    <a:gd name="connsiteX0" fmla="*/ 47625 w 2552700"/>
                    <a:gd name="connsiteY0" fmla="*/ 374650 h 685800"/>
                    <a:gd name="connsiteX1" fmla="*/ 0 w 2552700"/>
                    <a:gd name="connsiteY1" fmla="*/ 422275 h 685800"/>
                    <a:gd name="connsiteX2" fmla="*/ 447675 w 2552700"/>
                    <a:gd name="connsiteY2" fmla="*/ 685800 h 685800"/>
                    <a:gd name="connsiteX3" fmla="*/ 2549525 w 2552700"/>
                    <a:gd name="connsiteY3" fmla="*/ 615950 h 685800"/>
                    <a:gd name="connsiteX4" fmla="*/ 2552700 w 2552700"/>
                    <a:gd name="connsiteY4" fmla="*/ 273050 h 685800"/>
                    <a:gd name="connsiteX5" fmla="*/ 1384300 w 2552700"/>
                    <a:gd name="connsiteY5" fmla="*/ 0 h 685800"/>
                    <a:gd name="connsiteX6" fmla="*/ 6350 w 2552700"/>
                    <a:gd name="connsiteY6" fmla="*/ 168275 h 685800"/>
                    <a:gd name="connsiteX7" fmla="*/ 3175 w 2552700"/>
                    <a:gd name="connsiteY7" fmla="*/ 206375 h 685800"/>
                    <a:gd name="connsiteX8" fmla="*/ 463550 w 2552700"/>
                    <a:gd name="connsiteY8" fmla="*/ 374650 h 685800"/>
                    <a:gd name="connsiteX9" fmla="*/ 2520950 w 2552700"/>
                    <a:gd name="connsiteY9" fmla="*/ 333375 h 685800"/>
                    <a:gd name="connsiteX10" fmla="*/ 2501900 w 2552700"/>
                    <a:gd name="connsiteY10" fmla="*/ 549275 h 685800"/>
                    <a:gd name="connsiteX11" fmla="*/ 473075 w 2552700"/>
                    <a:gd name="connsiteY11" fmla="*/ 622300 h 685800"/>
                    <a:gd name="connsiteX12" fmla="*/ 47625 w 2552700"/>
                    <a:gd name="connsiteY12" fmla="*/ 374650 h 685800"/>
                    <a:gd name="connsiteX0" fmla="*/ 47625 w 2552700"/>
                    <a:gd name="connsiteY0" fmla="*/ 263525 h 574675"/>
                    <a:gd name="connsiteX1" fmla="*/ 0 w 2552700"/>
                    <a:gd name="connsiteY1" fmla="*/ 311150 h 574675"/>
                    <a:gd name="connsiteX2" fmla="*/ 447675 w 2552700"/>
                    <a:gd name="connsiteY2" fmla="*/ 574675 h 574675"/>
                    <a:gd name="connsiteX3" fmla="*/ 2549525 w 2552700"/>
                    <a:gd name="connsiteY3" fmla="*/ 504825 h 574675"/>
                    <a:gd name="connsiteX4" fmla="*/ 2552700 w 2552700"/>
                    <a:gd name="connsiteY4" fmla="*/ 161925 h 574675"/>
                    <a:gd name="connsiteX5" fmla="*/ 1552575 w 2552700"/>
                    <a:gd name="connsiteY5" fmla="*/ 0 h 574675"/>
                    <a:gd name="connsiteX6" fmla="*/ 6350 w 2552700"/>
                    <a:gd name="connsiteY6" fmla="*/ 57150 h 574675"/>
                    <a:gd name="connsiteX7" fmla="*/ 3175 w 2552700"/>
                    <a:gd name="connsiteY7" fmla="*/ 95250 h 574675"/>
                    <a:gd name="connsiteX8" fmla="*/ 463550 w 2552700"/>
                    <a:gd name="connsiteY8" fmla="*/ 263525 h 574675"/>
                    <a:gd name="connsiteX9" fmla="*/ 2520950 w 2552700"/>
                    <a:gd name="connsiteY9" fmla="*/ 222250 h 574675"/>
                    <a:gd name="connsiteX10" fmla="*/ 2501900 w 2552700"/>
                    <a:gd name="connsiteY10" fmla="*/ 438150 h 574675"/>
                    <a:gd name="connsiteX11" fmla="*/ 473075 w 2552700"/>
                    <a:gd name="connsiteY11" fmla="*/ 511175 h 574675"/>
                    <a:gd name="connsiteX12" fmla="*/ 47625 w 2552700"/>
                    <a:gd name="connsiteY12" fmla="*/ 263525 h 574675"/>
                    <a:gd name="connsiteX0" fmla="*/ 47625 w 2552700"/>
                    <a:gd name="connsiteY0" fmla="*/ 244475 h 555625"/>
                    <a:gd name="connsiteX1" fmla="*/ 0 w 2552700"/>
                    <a:gd name="connsiteY1" fmla="*/ 292100 h 555625"/>
                    <a:gd name="connsiteX2" fmla="*/ 447675 w 2552700"/>
                    <a:gd name="connsiteY2" fmla="*/ 555625 h 555625"/>
                    <a:gd name="connsiteX3" fmla="*/ 2549525 w 2552700"/>
                    <a:gd name="connsiteY3" fmla="*/ 485775 h 555625"/>
                    <a:gd name="connsiteX4" fmla="*/ 2552700 w 2552700"/>
                    <a:gd name="connsiteY4" fmla="*/ 142875 h 555625"/>
                    <a:gd name="connsiteX5" fmla="*/ 1606550 w 2552700"/>
                    <a:gd name="connsiteY5" fmla="*/ 0 h 555625"/>
                    <a:gd name="connsiteX6" fmla="*/ 6350 w 2552700"/>
                    <a:gd name="connsiteY6" fmla="*/ 38100 h 555625"/>
                    <a:gd name="connsiteX7" fmla="*/ 3175 w 2552700"/>
                    <a:gd name="connsiteY7" fmla="*/ 76200 h 555625"/>
                    <a:gd name="connsiteX8" fmla="*/ 463550 w 2552700"/>
                    <a:gd name="connsiteY8" fmla="*/ 244475 h 555625"/>
                    <a:gd name="connsiteX9" fmla="*/ 2520950 w 2552700"/>
                    <a:gd name="connsiteY9" fmla="*/ 203200 h 555625"/>
                    <a:gd name="connsiteX10" fmla="*/ 2501900 w 2552700"/>
                    <a:gd name="connsiteY10" fmla="*/ 419100 h 555625"/>
                    <a:gd name="connsiteX11" fmla="*/ 473075 w 2552700"/>
                    <a:gd name="connsiteY11" fmla="*/ 492125 h 555625"/>
                    <a:gd name="connsiteX12" fmla="*/ 47625 w 2552700"/>
                    <a:gd name="connsiteY12" fmla="*/ 244475 h 555625"/>
                    <a:gd name="connsiteX0" fmla="*/ 47625 w 2585519"/>
                    <a:gd name="connsiteY0" fmla="*/ 244475 h 555625"/>
                    <a:gd name="connsiteX1" fmla="*/ 0 w 2585519"/>
                    <a:gd name="connsiteY1" fmla="*/ 292100 h 555625"/>
                    <a:gd name="connsiteX2" fmla="*/ 447675 w 2585519"/>
                    <a:gd name="connsiteY2" fmla="*/ 555625 h 555625"/>
                    <a:gd name="connsiteX3" fmla="*/ 2549525 w 2585519"/>
                    <a:gd name="connsiteY3" fmla="*/ 485775 h 555625"/>
                    <a:gd name="connsiteX4" fmla="*/ 2552700 w 2585519"/>
                    <a:gd name="connsiteY4" fmla="*/ 142875 h 555625"/>
                    <a:gd name="connsiteX5" fmla="*/ 1606550 w 2585519"/>
                    <a:gd name="connsiteY5" fmla="*/ 0 h 555625"/>
                    <a:gd name="connsiteX6" fmla="*/ 6350 w 2585519"/>
                    <a:gd name="connsiteY6" fmla="*/ 38100 h 555625"/>
                    <a:gd name="connsiteX7" fmla="*/ 3175 w 2585519"/>
                    <a:gd name="connsiteY7" fmla="*/ 76200 h 555625"/>
                    <a:gd name="connsiteX8" fmla="*/ 463550 w 2585519"/>
                    <a:gd name="connsiteY8" fmla="*/ 244475 h 555625"/>
                    <a:gd name="connsiteX9" fmla="*/ 2520950 w 2585519"/>
                    <a:gd name="connsiteY9" fmla="*/ 203200 h 555625"/>
                    <a:gd name="connsiteX10" fmla="*/ 2501900 w 2585519"/>
                    <a:gd name="connsiteY10" fmla="*/ 419100 h 555625"/>
                    <a:gd name="connsiteX11" fmla="*/ 473075 w 2585519"/>
                    <a:gd name="connsiteY11" fmla="*/ 492125 h 555625"/>
                    <a:gd name="connsiteX12" fmla="*/ 47625 w 2585519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520950 w 2599371"/>
                    <a:gd name="connsiteY9" fmla="*/ 203200 h 555625"/>
                    <a:gd name="connsiteX10" fmla="*/ 2501900 w 2599371"/>
                    <a:gd name="connsiteY10" fmla="*/ 41910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501900 w 2599371"/>
                    <a:gd name="connsiteY10" fmla="*/ 41910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527300 w 2599371"/>
                    <a:gd name="connsiteY10" fmla="*/ 307975 h 555625"/>
                    <a:gd name="connsiteX11" fmla="*/ 2501900 w 2599371"/>
                    <a:gd name="connsiteY11" fmla="*/ 419100 h 555625"/>
                    <a:gd name="connsiteX12" fmla="*/ 473075 w 2599371"/>
                    <a:gd name="connsiteY12" fmla="*/ 492125 h 555625"/>
                    <a:gd name="connsiteX13" fmla="*/ 47625 w 2599371"/>
                    <a:gd name="connsiteY13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527300 w 2599371"/>
                    <a:gd name="connsiteY10" fmla="*/ 307975 h 555625"/>
                    <a:gd name="connsiteX11" fmla="*/ 2479675 w 2599371"/>
                    <a:gd name="connsiteY11" fmla="*/ 425450 h 555625"/>
                    <a:gd name="connsiteX12" fmla="*/ 473075 w 2599371"/>
                    <a:gd name="connsiteY12" fmla="*/ 492125 h 555625"/>
                    <a:gd name="connsiteX13" fmla="*/ 47625 w 2599371"/>
                    <a:gd name="connsiteY13" fmla="*/ 244475 h 555625"/>
                    <a:gd name="connsiteX0" fmla="*/ 47625 w 2740156"/>
                    <a:gd name="connsiteY0" fmla="*/ 244475 h 555625"/>
                    <a:gd name="connsiteX1" fmla="*/ 0 w 2740156"/>
                    <a:gd name="connsiteY1" fmla="*/ 292100 h 555625"/>
                    <a:gd name="connsiteX2" fmla="*/ 447675 w 2740156"/>
                    <a:gd name="connsiteY2" fmla="*/ 555625 h 555625"/>
                    <a:gd name="connsiteX3" fmla="*/ 2549525 w 2740156"/>
                    <a:gd name="connsiteY3" fmla="*/ 485775 h 555625"/>
                    <a:gd name="connsiteX4" fmla="*/ 2552700 w 2740156"/>
                    <a:gd name="connsiteY4" fmla="*/ 142875 h 555625"/>
                    <a:gd name="connsiteX5" fmla="*/ 1606550 w 2740156"/>
                    <a:gd name="connsiteY5" fmla="*/ 0 h 555625"/>
                    <a:gd name="connsiteX6" fmla="*/ 6350 w 2740156"/>
                    <a:gd name="connsiteY6" fmla="*/ 38100 h 555625"/>
                    <a:gd name="connsiteX7" fmla="*/ 3175 w 2740156"/>
                    <a:gd name="connsiteY7" fmla="*/ 76200 h 555625"/>
                    <a:gd name="connsiteX8" fmla="*/ 463550 w 2740156"/>
                    <a:gd name="connsiteY8" fmla="*/ 244475 h 555625"/>
                    <a:gd name="connsiteX9" fmla="*/ 2495550 w 2740156"/>
                    <a:gd name="connsiteY9" fmla="*/ 206375 h 555625"/>
                    <a:gd name="connsiteX10" fmla="*/ 2479675 w 2740156"/>
                    <a:gd name="connsiteY10" fmla="*/ 425450 h 555625"/>
                    <a:gd name="connsiteX11" fmla="*/ 473075 w 2740156"/>
                    <a:gd name="connsiteY11" fmla="*/ 492125 h 555625"/>
                    <a:gd name="connsiteX12" fmla="*/ 47625 w 2740156"/>
                    <a:gd name="connsiteY12" fmla="*/ 244475 h 555625"/>
                    <a:gd name="connsiteX0" fmla="*/ 47625 w 2646925"/>
                    <a:gd name="connsiteY0" fmla="*/ 244475 h 555625"/>
                    <a:gd name="connsiteX1" fmla="*/ 0 w 2646925"/>
                    <a:gd name="connsiteY1" fmla="*/ 292100 h 555625"/>
                    <a:gd name="connsiteX2" fmla="*/ 447675 w 2646925"/>
                    <a:gd name="connsiteY2" fmla="*/ 555625 h 555625"/>
                    <a:gd name="connsiteX3" fmla="*/ 2549525 w 2646925"/>
                    <a:gd name="connsiteY3" fmla="*/ 485775 h 555625"/>
                    <a:gd name="connsiteX4" fmla="*/ 2552700 w 2646925"/>
                    <a:gd name="connsiteY4" fmla="*/ 142875 h 555625"/>
                    <a:gd name="connsiteX5" fmla="*/ 1606550 w 2646925"/>
                    <a:gd name="connsiteY5" fmla="*/ 0 h 555625"/>
                    <a:gd name="connsiteX6" fmla="*/ 6350 w 2646925"/>
                    <a:gd name="connsiteY6" fmla="*/ 38100 h 555625"/>
                    <a:gd name="connsiteX7" fmla="*/ 3175 w 2646925"/>
                    <a:gd name="connsiteY7" fmla="*/ 76200 h 555625"/>
                    <a:gd name="connsiteX8" fmla="*/ 463550 w 2646925"/>
                    <a:gd name="connsiteY8" fmla="*/ 244475 h 555625"/>
                    <a:gd name="connsiteX9" fmla="*/ 2495550 w 2646925"/>
                    <a:gd name="connsiteY9" fmla="*/ 206375 h 555625"/>
                    <a:gd name="connsiteX10" fmla="*/ 2479675 w 2646925"/>
                    <a:gd name="connsiteY10" fmla="*/ 425450 h 555625"/>
                    <a:gd name="connsiteX11" fmla="*/ 473075 w 2646925"/>
                    <a:gd name="connsiteY11" fmla="*/ 492125 h 555625"/>
                    <a:gd name="connsiteX12" fmla="*/ 47625 w 2646925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95550 w 2599371"/>
                    <a:gd name="connsiteY9" fmla="*/ 206375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47625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47625 w 2599371"/>
                    <a:gd name="connsiteY12" fmla="*/ 244475 h 555625"/>
                    <a:gd name="connsiteX0" fmla="*/ 24625 w 2608121"/>
                    <a:gd name="connsiteY0" fmla="*/ 244475 h 555625"/>
                    <a:gd name="connsiteX1" fmla="*/ 8750 w 2608121"/>
                    <a:gd name="connsiteY1" fmla="*/ 292100 h 555625"/>
                    <a:gd name="connsiteX2" fmla="*/ 456425 w 2608121"/>
                    <a:gd name="connsiteY2" fmla="*/ 555625 h 555625"/>
                    <a:gd name="connsiteX3" fmla="*/ 2558275 w 2608121"/>
                    <a:gd name="connsiteY3" fmla="*/ 485775 h 555625"/>
                    <a:gd name="connsiteX4" fmla="*/ 2561450 w 2608121"/>
                    <a:gd name="connsiteY4" fmla="*/ 142875 h 555625"/>
                    <a:gd name="connsiteX5" fmla="*/ 1615300 w 2608121"/>
                    <a:gd name="connsiteY5" fmla="*/ 0 h 555625"/>
                    <a:gd name="connsiteX6" fmla="*/ 15100 w 2608121"/>
                    <a:gd name="connsiteY6" fmla="*/ 38100 h 555625"/>
                    <a:gd name="connsiteX7" fmla="*/ 11925 w 2608121"/>
                    <a:gd name="connsiteY7" fmla="*/ 76200 h 555625"/>
                    <a:gd name="connsiteX8" fmla="*/ 472300 w 2608121"/>
                    <a:gd name="connsiteY8" fmla="*/ 244475 h 555625"/>
                    <a:gd name="connsiteX9" fmla="*/ 2478900 w 2608121"/>
                    <a:gd name="connsiteY9" fmla="*/ 209550 h 555625"/>
                    <a:gd name="connsiteX10" fmla="*/ 2488425 w 2608121"/>
                    <a:gd name="connsiteY10" fmla="*/ 425450 h 555625"/>
                    <a:gd name="connsiteX11" fmla="*/ 481825 w 2608121"/>
                    <a:gd name="connsiteY11" fmla="*/ 492125 h 555625"/>
                    <a:gd name="connsiteX12" fmla="*/ 24625 w 2608121"/>
                    <a:gd name="connsiteY12" fmla="*/ 244475 h 555625"/>
                    <a:gd name="connsiteX0" fmla="*/ 20208 w 2622754"/>
                    <a:gd name="connsiteY0" fmla="*/ 244475 h 555625"/>
                    <a:gd name="connsiteX1" fmla="*/ 23383 w 2622754"/>
                    <a:gd name="connsiteY1" fmla="*/ 292100 h 555625"/>
                    <a:gd name="connsiteX2" fmla="*/ 471058 w 2622754"/>
                    <a:gd name="connsiteY2" fmla="*/ 555625 h 555625"/>
                    <a:gd name="connsiteX3" fmla="*/ 2572908 w 2622754"/>
                    <a:gd name="connsiteY3" fmla="*/ 485775 h 555625"/>
                    <a:gd name="connsiteX4" fmla="*/ 2576083 w 2622754"/>
                    <a:gd name="connsiteY4" fmla="*/ 142875 h 555625"/>
                    <a:gd name="connsiteX5" fmla="*/ 1629933 w 2622754"/>
                    <a:gd name="connsiteY5" fmla="*/ 0 h 555625"/>
                    <a:gd name="connsiteX6" fmla="*/ 29733 w 2622754"/>
                    <a:gd name="connsiteY6" fmla="*/ 38100 h 555625"/>
                    <a:gd name="connsiteX7" fmla="*/ 26558 w 2622754"/>
                    <a:gd name="connsiteY7" fmla="*/ 76200 h 555625"/>
                    <a:gd name="connsiteX8" fmla="*/ 486933 w 2622754"/>
                    <a:gd name="connsiteY8" fmla="*/ 244475 h 555625"/>
                    <a:gd name="connsiteX9" fmla="*/ 2493533 w 2622754"/>
                    <a:gd name="connsiteY9" fmla="*/ 209550 h 555625"/>
                    <a:gd name="connsiteX10" fmla="*/ 2503058 w 2622754"/>
                    <a:gd name="connsiteY10" fmla="*/ 425450 h 555625"/>
                    <a:gd name="connsiteX11" fmla="*/ 496458 w 2622754"/>
                    <a:gd name="connsiteY11" fmla="*/ 492125 h 555625"/>
                    <a:gd name="connsiteX12" fmla="*/ 20208 w 2622754"/>
                    <a:gd name="connsiteY12" fmla="*/ 244475 h 555625"/>
                    <a:gd name="connsiteX0" fmla="*/ 63500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73075 w 2599371"/>
                    <a:gd name="connsiteY11" fmla="*/ 492125 h 555625"/>
                    <a:gd name="connsiteX12" fmla="*/ 63500 w 2599371"/>
                    <a:gd name="connsiteY12" fmla="*/ 244475 h 555625"/>
                    <a:gd name="connsiteX0" fmla="*/ 63500 w 2599371"/>
                    <a:gd name="connsiteY0" fmla="*/ 244475 h 555625"/>
                    <a:gd name="connsiteX1" fmla="*/ 0 w 2599371"/>
                    <a:gd name="connsiteY1" fmla="*/ 292100 h 555625"/>
                    <a:gd name="connsiteX2" fmla="*/ 447675 w 2599371"/>
                    <a:gd name="connsiteY2" fmla="*/ 555625 h 555625"/>
                    <a:gd name="connsiteX3" fmla="*/ 2549525 w 2599371"/>
                    <a:gd name="connsiteY3" fmla="*/ 485775 h 555625"/>
                    <a:gd name="connsiteX4" fmla="*/ 2552700 w 2599371"/>
                    <a:gd name="connsiteY4" fmla="*/ 142875 h 555625"/>
                    <a:gd name="connsiteX5" fmla="*/ 1606550 w 2599371"/>
                    <a:gd name="connsiteY5" fmla="*/ 0 h 555625"/>
                    <a:gd name="connsiteX6" fmla="*/ 6350 w 2599371"/>
                    <a:gd name="connsiteY6" fmla="*/ 38100 h 555625"/>
                    <a:gd name="connsiteX7" fmla="*/ 3175 w 2599371"/>
                    <a:gd name="connsiteY7" fmla="*/ 76200 h 555625"/>
                    <a:gd name="connsiteX8" fmla="*/ 463550 w 2599371"/>
                    <a:gd name="connsiteY8" fmla="*/ 244475 h 555625"/>
                    <a:gd name="connsiteX9" fmla="*/ 2470150 w 2599371"/>
                    <a:gd name="connsiteY9" fmla="*/ 209550 h 555625"/>
                    <a:gd name="connsiteX10" fmla="*/ 2479675 w 2599371"/>
                    <a:gd name="connsiteY10" fmla="*/ 425450 h 555625"/>
                    <a:gd name="connsiteX11" fmla="*/ 485775 w 2599371"/>
                    <a:gd name="connsiteY11" fmla="*/ 488950 h 555625"/>
                    <a:gd name="connsiteX12" fmla="*/ 63500 w 2599371"/>
                    <a:gd name="connsiteY12" fmla="*/ 244475 h 555625"/>
                    <a:gd name="connsiteX0" fmla="*/ 96355 w 2632226"/>
                    <a:gd name="connsiteY0" fmla="*/ 244475 h 555625"/>
                    <a:gd name="connsiteX1" fmla="*/ 36030 w 2632226"/>
                    <a:gd name="connsiteY1" fmla="*/ 247650 h 555625"/>
                    <a:gd name="connsiteX2" fmla="*/ 32855 w 2632226"/>
                    <a:gd name="connsiteY2" fmla="*/ 292100 h 555625"/>
                    <a:gd name="connsiteX3" fmla="*/ 480530 w 2632226"/>
                    <a:gd name="connsiteY3" fmla="*/ 555625 h 555625"/>
                    <a:gd name="connsiteX4" fmla="*/ 2582380 w 2632226"/>
                    <a:gd name="connsiteY4" fmla="*/ 485775 h 555625"/>
                    <a:gd name="connsiteX5" fmla="*/ 2585555 w 2632226"/>
                    <a:gd name="connsiteY5" fmla="*/ 142875 h 555625"/>
                    <a:gd name="connsiteX6" fmla="*/ 1639405 w 2632226"/>
                    <a:gd name="connsiteY6" fmla="*/ 0 h 555625"/>
                    <a:gd name="connsiteX7" fmla="*/ 39205 w 2632226"/>
                    <a:gd name="connsiteY7" fmla="*/ 38100 h 555625"/>
                    <a:gd name="connsiteX8" fmla="*/ 36030 w 2632226"/>
                    <a:gd name="connsiteY8" fmla="*/ 76200 h 555625"/>
                    <a:gd name="connsiteX9" fmla="*/ 496405 w 2632226"/>
                    <a:gd name="connsiteY9" fmla="*/ 244475 h 555625"/>
                    <a:gd name="connsiteX10" fmla="*/ 2503005 w 2632226"/>
                    <a:gd name="connsiteY10" fmla="*/ 209550 h 555625"/>
                    <a:gd name="connsiteX11" fmla="*/ 2512530 w 2632226"/>
                    <a:gd name="connsiteY11" fmla="*/ 425450 h 555625"/>
                    <a:gd name="connsiteX12" fmla="*/ 518630 w 2632226"/>
                    <a:gd name="connsiteY12" fmla="*/ 488950 h 555625"/>
                    <a:gd name="connsiteX13" fmla="*/ 96355 w 2632226"/>
                    <a:gd name="connsiteY13" fmla="*/ 244475 h 555625"/>
                    <a:gd name="connsiteX0" fmla="*/ 105580 w 2641451"/>
                    <a:gd name="connsiteY0" fmla="*/ 244475 h 555625"/>
                    <a:gd name="connsiteX1" fmla="*/ 19061 w 2641451"/>
                    <a:gd name="connsiteY1" fmla="*/ 226218 h 555625"/>
                    <a:gd name="connsiteX2" fmla="*/ 42080 w 2641451"/>
                    <a:gd name="connsiteY2" fmla="*/ 292100 h 555625"/>
                    <a:gd name="connsiteX3" fmla="*/ 489755 w 2641451"/>
                    <a:gd name="connsiteY3" fmla="*/ 555625 h 555625"/>
                    <a:gd name="connsiteX4" fmla="*/ 2591605 w 2641451"/>
                    <a:gd name="connsiteY4" fmla="*/ 485775 h 555625"/>
                    <a:gd name="connsiteX5" fmla="*/ 2594780 w 2641451"/>
                    <a:gd name="connsiteY5" fmla="*/ 142875 h 555625"/>
                    <a:gd name="connsiteX6" fmla="*/ 1648630 w 2641451"/>
                    <a:gd name="connsiteY6" fmla="*/ 0 h 555625"/>
                    <a:gd name="connsiteX7" fmla="*/ 48430 w 2641451"/>
                    <a:gd name="connsiteY7" fmla="*/ 38100 h 555625"/>
                    <a:gd name="connsiteX8" fmla="*/ 45255 w 2641451"/>
                    <a:gd name="connsiteY8" fmla="*/ 76200 h 555625"/>
                    <a:gd name="connsiteX9" fmla="*/ 505630 w 2641451"/>
                    <a:gd name="connsiteY9" fmla="*/ 244475 h 555625"/>
                    <a:gd name="connsiteX10" fmla="*/ 2512230 w 2641451"/>
                    <a:gd name="connsiteY10" fmla="*/ 209550 h 555625"/>
                    <a:gd name="connsiteX11" fmla="*/ 2521755 w 2641451"/>
                    <a:gd name="connsiteY11" fmla="*/ 425450 h 555625"/>
                    <a:gd name="connsiteX12" fmla="*/ 527855 w 2641451"/>
                    <a:gd name="connsiteY12" fmla="*/ 488950 h 555625"/>
                    <a:gd name="connsiteX13" fmla="*/ 105580 w 2641451"/>
                    <a:gd name="connsiteY13" fmla="*/ 244475 h 555625"/>
                    <a:gd name="connsiteX0" fmla="*/ 100036 w 2635907"/>
                    <a:gd name="connsiteY0" fmla="*/ 244475 h 555625"/>
                    <a:gd name="connsiteX1" fmla="*/ 27804 w 2635907"/>
                    <a:gd name="connsiteY1" fmla="*/ 266699 h 555625"/>
                    <a:gd name="connsiteX2" fmla="*/ 36536 w 2635907"/>
                    <a:gd name="connsiteY2" fmla="*/ 292100 h 555625"/>
                    <a:gd name="connsiteX3" fmla="*/ 484211 w 2635907"/>
                    <a:gd name="connsiteY3" fmla="*/ 555625 h 555625"/>
                    <a:gd name="connsiteX4" fmla="*/ 2586061 w 2635907"/>
                    <a:gd name="connsiteY4" fmla="*/ 485775 h 555625"/>
                    <a:gd name="connsiteX5" fmla="*/ 2589236 w 2635907"/>
                    <a:gd name="connsiteY5" fmla="*/ 142875 h 555625"/>
                    <a:gd name="connsiteX6" fmla="*/ 1643086 w 2635907"/>
                    <a:gd name="connsiteY6" fmla="*/ 0 h 555625"/>
                    <a:gd name="connsiteX7" fmla="*/ 42886 w 2635907"/>
                    <a:gd name="connsiteY7" fmla="*/ 38100 h 555625"/>
                    <a:gd name="connsiteX8" fmla="*/ 39711 w 2635907"/>
                    <a:gd name="connsiteY8" fmla="*/ 76200 h 555625"/>
                    <a:gd name="connsiteX9" fmla="*/ 500086 w 2635907"/>
                    <a:gd name="connsiteY9" fmla="*/ 244475 h 555625"/>
                    <a:gd name="connsiteX10" fmla="*/ 2506686 w 2635907"/>
                    <a:gd name="connsiteY10" fmla="*/ 209550 h 555625"/>
                    <a:gd name="connsiteX11" fmla="*/ 2516211 w 2635907"/>
                    <a:gd name="connsiteY11" fmla="*/ 425450 h 555625"/>
                    <a:gd name="connsiteX12" fmla="*/ 522311 w 2635907"/>
                    <a:gd name="connsiteY12" fmla="*/ 488950 h 555625"/>
                    <a:gd name="connsiteX13" fmla="*/ 100036 w 2635907"/>
                    <a:gd name="connsiteY13" fmla="*/ 244475 h 555625"/>
                    <a:gd name="connsiteX0" fmla="*/ 103571 w 2639442"/>
                    <a:gd name="connsiteY0" fmla="*/ 244475 h 555625"/>
                    <a:gd name="connsiteX1" fmla="*/ 21814 w 2639442"/>
                    <a:gd name="connsiteY1" fmla="*/ 226218 h 555625"/>
                    <a:gd name="connsiteX2" fmla="*/ 40071 w 2639442"/>
                    <a:gd name="connsiteY2" fmla="*/ 292100 h 555625"/>
                    <a:gd name="connsiteX3" fmla="*/ 487746 w 2639442"/>
                    <a:gd name="connsiteY3" fmla="*/ 555625 h 555625"/>
                    <a:gd name="connsiteX4" fmla="*/ 2589596 w 2639442"/>
                    <a:gd name="connsiteY4" fmla="*/ 485775 h 555625"/>
                    <a:gd name="connsiteX5" fmla="*/ 2592771 w 2639442"/>
                    <a:gd name="connsiteY5" fmla="*/ 142875 h 555625"/>
                    <a:gd name="connsiteX6" fmla="*/ 1646621 w 2639442"/>
                    <a:gd name="connsiteY6" fmla="*/ 0 h 555625"/>
                    <a:gd name="connsiteX7" fmla="*/ 46421 w 2639442"/>
                    <a:gd name="connsiteY7" fmla="*/ 38100 h 555625"/>
                    <a:gd name="connsiteX8" fmla="*/ 43246 w 2639442"/>
                    <a:gd name="connsiteY8" fmla="*/ 76200 h 555625"/>
                    <a:gd name="connsiteX9" fmla="*/ 503621 w 2639442"/>
                    <a:gd name="connsiteY9" fmla="*/ 244475 h 555625"/>
                    <a:gd name="connsiteX10" fmla="*/ 2510221 w 2639442"/>
                    <a:gd name="connsiteY10" fmla="*/ 209550 h 555625"/>
                    <a:gd name="connsiteX11" fmla="*/ 2519746 w 2639442"/>
                    <a:gd name="connsiteY11" fmla="*/ 425450 h 555625"/>
                    <a:gd name="connsiteX12" fmla="*/ 525846 w 2639442"/>
                    <a:gd name="connsiteY12" fmla="*/ 488950 h 555625"/>
                    <a:gd name="connsiteX13" fmla="*/ 103571 w 2639442"/>
                    <a:gd name="connsiteY13" fmla="*/ 244475 h 555625"/>
                    <a:gd name="connsiteX0" fmla="*/ 103571 w 2639442"/>
                    <a:gd name="connsiteY0" fmla="*/ 244475 h 555625"/>
                    <a:gd name="connsiteX1" fmla="*/ 21814 w 2639442"/>
                    <a:gd name="connsiteY1" fmla="*/ 226218 h 555625"/>
                    <a:gd name="connsiteX2" fmla="*/ 40071 w 2639442"/>
                    <a:gd name="connsiteY2" fmla="*/ 292100 h 555625"/>
                    <a:gd name="connsiteX3" fmla="*/ 487746 w 2639442"/>
                    <a:gd name="connsiteY3" fmla="*/ 555625 h 555625"/>
                    <a:gd name="connsiteX4" fmla="*/ 2589596 w 2639442"/>
                    <a:gd name="connsiteY4" fmla="*/ 485775 h 555625"/>
                    <a:gd name="connsiteX5" fmla="*/ 2592771 w 2639442"/>
                    <a:gd name="connsiteY5" fmla="*/ 142875 h 555625"/>
                    <a:gd name="connsiteX6" fmla="*/ 1646621 w 2639442"/>
                    <a:gd name="connsiteY6" fmla="*/ 0 h 555625"/>
                    <a:gd name="connsiteX7" fmla="*/ 46421 w 2639442"/>
                    <a:gd name="connsiteY7" fmla="*/ 38100 h 555625"/>
                    <a:gd name="connsiteX8" fmla="*/ 43246 w 2639442"/>
                    <a:gd name="connsiteY8" fmla="*/ 76200 h 555625"/>
                    <a:gd name="connsiteX9" fmla="*/ 503621 w 2639442"/>
                    <a:gd name="connsiteY9" fmla="*/ 244475 h 555625"/>
                    <a:gd name="connsiteX10" fmla="*/ 2510221 w 2639442"/>
                    <a:gd name="connsiteY10" fmla="*/ 209550 h 555625"/>
                    <a:gd name="connsiteX11" fmla="*/ 2519746 w 2639442"/>
                    <a:gd name="connsiteY11" fmla="*/ 425450 h 555625"/>
                    <a:gd name="connsiteX12" fmla="*/ 525846 w 2639442"/>
                    <a:gd name="connsiteY12" fmla="*/ 488950 h 555625"/>
                    <a:gd name="connsiteX13" fmla="*/ 103571 w 2639442"/>
                    <a:gd name="connsiteY13" fmla="*/ 244475 h 555625"/>
                    <a:gd name="connsiteX0" fmla="*/ 98616 w 2634487"/>
                    <a:gd name="connsiteY0" fmla="*/ 244475 h 555625"/>
                    <a:gd name="connsiteX1" fmla="*/ 16859 w 2634487"/>
                    <a:gd name="connsiteY1" fmla="*/ 226218 h 555625"/>
                    <a:gd name="connsiteX2" fmla="*/ 35116 w 2634487"/>
                    <a:gd name="connsiteY2" fmla="*/ 292100 h 555625"/>
                    <a:gd name="connsiteX3" fmla="*/ 482791 w 2634487"/>
                    <a:gd name="connsiteY3" fmla="*/ 555625 h 555625"/>
                    <a:gd name="connsiteX4" fmla="*/ 2584641 w 2634487"/>
                    <a:gd name="connsiteY4" fmla="*/ 485775 h 555625"/>
                    <a:gd name="connsiteX5" fmla="*/ 2587816 w 2634487"/>
                    <a:gd name="connsiteY5" fmla="*/ 142875 h 555625"/>
                    <a:gd name="connsiteX6" fmla="*/ 1641666 w 2634487"/>
                    <a:gd name="connsiteY6" fmla="*/ 0 h 555625"/>
                    <a:gd name="connsiteX7" fmla="*/ 41466 w 2634487"/>
                    <a:gd name="connsiteY7" fmla="*/ 38100 h 555625"/>
                    <a:gd name="connsiteX8" fmla="*/ 38291 w 2634487"/>
                    <a:gd name="connsiteY8" fmla="*/ 76200 h 555625"/>
                    <a:gd name="connsiteX9" fmla="*/ 498666 w 2634487"/>
                    <a:gd name="connsiteY9" fmla="*/ 244475 h 555625"/>
                    <a:gd name="connsiteX10" fmla="*/ 2505266 w 2634487"/>
                    <a:gd name="connsiteY10" fmla="*/ 209550 h 555625"/>
                    <a:gd name="connsiteX11" fmla="*/ 2514791 w 2634487"/>
                    <a:gd name="connsiteY11" fmla="*/ 425450 h 555625"/>
                    <a:gd name="connsiteX12" fmla="*/ 520891 w 2634487"/>
                    <a:gd name="connsiteY12" fmla="*/ 488950 h 555625"/>
                    <a:gd name="connsiteX13" fmla="*/ 98616 w 2634487"/>
                    <a:gd name="connsiteY13" fmla="*/ 244475 h 555625"/>
                    <a:gd name="connsiteX0" fmla="*/ 81757 w 2617628"/>
                    <a:gd name="connsiteY0" fmla="*/ 244475 h 555625"/>
                    <a:gd name="connsiteX1" fmla="*/ 0 w 2617628"/>
                    <a:gd name="connsiteY1" fmla="*/ 226218 h 555625"/>
                    <a:gd name="connsiteX2" fmla="*/ 18257 w 2617628"/>
                    <a:gd name="connsiteY2" fmla="*/ 292100 h 555625"/>
                    <a:gd name="connsiteX3" fmla="*/ 465932 w 2617628"/>
                    <a:gd name="connsiteY3" fmla="*/ 555625 h 555625"/>
                    <a:gd name="connsiteX4" fmla="*/ 2567782 w 2617628"/>
                    <a:gd name="connsiteY4" fmla="*/ 485775 h 555625"/>
                    <a:gd name="connsiteX5" fmla="*/ 2570957 w 2617628"/>
                    <a:gd name="connsiteY5" fmla="*/ 142875 h 555625"/>
                    <a:gd name="connsiteX6" fmla="*/ 1624807 w 2617628"/>
                    <a:gd name="connsiteY6" fmla="*/ 0 h 555625"/>
                    <a:gd name="connsiteX7" fmla="*/ 24607 w 2617628"/>
                    <a:gd name="connsiteY7" fmla="*/ 38100 h 555625"/>
                    <a:gd name="connsiteX8" fmla="*/ 21432 w 2617628"/>
                    <a:gd name="connsiteY8" fmla="*/ 76200 h 555625"/>
                    <a:gd name="connsiteX9" fmla="*/ 481807 w 2617628"/>
                    <a:gd name="connsiteY9" fmla="*/ 244475 h 555625"/>
                    <a:gd name="connsiteX10" fmla="*/ 2488407 w 2617628"/>
                    <a:gd name="connsiteY10" fmla="*/ 209550 h 555625"/>
                    <a:gd name="connsiteX11" fmla="*/ 2497932 w 2617628"/>
                    <a:gd name="connsiteY11" fmla="*/ 425450 h 555625"/>
                    <a:gd name="connsiteX12" fmla="*/ 504032 w 2617628"/>
                    <a:gd name="connsiteY12" fmla="*/ 488950 h 555625"/>
                    <a:gd name="connsiteX13" fmla="*/ 81757 w 2617628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7649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8100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7649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8100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2887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8100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2887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9844 w 2603340"/>
                    <a:gd name="connsiteY7" fmla="*/ 33337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  <a:gd name="connsiteX0" fmla="*/ 67469 w 2603340"/>
                    <a:gd name="connsiteY0" fmla="*/ 244475 h 555625"/>
                    <a:gd name="connsiteX1" fmla="*/ 0 w 2603340"/>
                    <a:gd name="connsiteY1" fmla="*/ 242887 h 555625"/>
                    <a:gd name="connsiteX2" fmla="*/ 3969 w 2603340"/>
                    <a:gd name="connsiteY2" fmla="*/ 292100 h 555625"/>
                    <a:gd name="connsiteX3" fmla="*/ 451644 w 2603340"/>
                    <a:gd name="connsiteY3" fmla="*/ 555625 h 555625"/>
                    <a:gd name="connsiteX4" fmla="*/ 2553494 w 2603340"/>
                    <a:gd name="connsiteY4" fmla="*/ 485775 h 555625"/>
                    <a:gd name="connsiteX5" fmla="*/ 2556669 w 2603340"/>
                    <a:gd name="connsiteY5" fmla="*/ 142875 h 555625"/>
                    <a:gd name="connsiteX6" fmla="*/ 1610519 w 2603340"/>
                    <a:gd name="connsiteY6" fmla="*/ 0 h 555625"/>
                    <a:gd name="connsiteX7" fmla="*/ 10319 w 2603340"/>
                    <a:gd name="connsiteY7" fmla="*/ 30955 h 555625"/>
                    <a:gd name="connsiteX8" fmla="*/ 7144 w 2603340"/>
                    <a:gd name="connsiteY8" fmla="*/ 76200 h 555625"/>
                    <a:gd name="connsiteX9" fmla="*/ 467519 w 2603340"/>
                    <a:gd name="connsiteY9" fmla="*/ 244475 h 555625"/>
                    <a:gd name="connsiteX10" fmla="*/ 2474119 w 2603340"/>
                    <a:gd name="connsiteY10" fmla="*/ 209550 h 555625"/>
                    <a:gd name="connsiteX11" fmla="*/ 2483644 w 2603340"/>
                    <a:gd name="connsiteY11" fmla="*/ 425450 h 555625"/>
                    <a:gd name="connsiteX12" fmla="*/ 489744 w 2603340"/>
                    <a:gd name="connsiteY12" fmla="*/ 488950 h 555625"/>
                    <a:gd name="connsiteX13" fmla="*/ 67469 w 2603340"/>
                    <a:gd name="connsiteY13" fmla="*/ 244475 h 555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603340" h="555625">
                      <a:moveTo>
                        <a:pt x="67469" y="244475"/>
                      </a:moveTo>
                      <a:cubicBezTo>
                        <a:pt x="66940" y="247651"/>
                        <a:pt x="46301" y="239713"/>
                        <a:pt x="0" y="242887"/>
                      </a:cubicBezTo>
                      <a:cubicBezTo>
                        <a:pt x="6086" y="288924"/>
                        <a:pt x="-2116" y="262732"/>
                        <a:pt x="3969" y="292100"/>
                      </a:cubicBezTo>
                      <a:lnTo>
                        <a:pt x="451644" y="555625"/>
                      </a:lnTo>
                      <a:lnTo>
                        <a:pt x="2553494" y="485775"/>
                      </a:lnTo>
                      <a:cubicBezTo>
                        <a:pt x="2605352" y="396875"/>
                        <a:pt x="2631811" y="276225"/>
                        <a:pt x="2556669" y="142875"/>
                      </a:cubicBezTo>
                      <a:lnTo>
                        <a:pt x="1610519" y="0"/>
                      </a:lnTo>
                      <a:lnTo>
                        <a:pt x="10319" y="30955"/>
                      </a:lnTo>
                      <a:lnTo>
                        <a:pt x="7144" y="76200"/>
                      </a:lnTo>
                      <a:lnTo>
                        <a:pt x="467519" y="244475"/>
                      </a:lnTo>
                      <a:lnTo>
                        <a:pt x="2474119" y="209550"/>
                      </a:lnTo>
                      <a:cubicBezTo>
                        <a:pt x="2527565" y="280988"/>
                        <a:pt x="2515923" y="346075"/>
                        <a:pt x="2483644" y="425450"/>
                      </a:cubicBezTo>
                      <a:lnTo>
                        <a:pt x="489744" y="488950"/>
                      </a:lnTo>
                      <a:lnTo>
                        <a:pt x="67469" y="2444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16" name="Freeform 28">
                  <a:extLst>
                    <a:ext uri="{FF2B5EF4-FFF2-40B4-BE49-F238E27FC236}">
                      <a16:creationId xmlns:a16="http://schemas.microsoft.com/office/drawing/2014/main" xmlns="" id="{5C7B3601-8D81-4EB1-AF3C-E6BF4C40A474}"/>
                    </a:ext>
                  </a:extLst>
                </p:cNvPr>
                <p:cNvSpPr/>
                <p:nvPr/>
              </p:nvSpPr>
              <p:spPr>
                <a:xfrm>
                  <a:off x="3695702" y="3233738"/>
                  <a:ext cx="2458684" cy="383382"/>
                </a:xfrm>
                <a:custGeom>
                  <a:avLst/>
                  <a:gdLst>
                    <a:gd name="connsiteX0" fmla="*/ 7144 w 2424113"/>
                    <a:gd name="connsiteY0" fmla="*/ 0 h 378619"/>
                    <a:gd name="connsiteX1" fmla="*/ 0 w 2424113"/>
                    <a:gd name="connsiteY1" fmla="*/ 130969 h 378619"/>
                    <a:gd name="connsiteX2" fmla="*/ 431007 w 2424113"/>
                    <a:gd name="connsiteY2" fmla="*/ 378619 h 378619"/>
                    <a:gd name="connsiteX3" fmla="*/ 2424113 w 2424113"/>
                    <a:gd name="connsiteY3" fmla="*/ 304800 h 378619"/>
                    <a:gd name="connsiteX4" fmla="*/ 2414588 w 2424113"/>
                    <a:gd name="connsiteY4" fmla="*/ 109538 h 378619"/>
                    <a:gd name="connsiteX5" fmla="*/ 428625 w 2424113"/>
                    <a:gd name="connsiteY5" fmla="*/ 150019 h 378619"/>
                    <a:gd name="connsiteX6" fmla="*/ 7144 w 2424113"/>
                    <a:gd name="connsiteY6" fmla="*/ 0 h 378619"/>
                    <a:gd name="connsiteX0" fmla="*/ 7144 w 2436996"/>
                    <a:gd name="connsiteY0" fmla="*/ 0 h 378619"/>
                    <a:gd name="connsiteX1" fmla="*/ 0 w 2436996"/>
                    <a:gd name="connsiteY1" fmla="*/ 130969 h 378619"/>
                    <a:gd name="connsiteX2" fmla="*/ 431007 w 2436996"/>
                    <a:gd name="connsiteY2" fmla="*/ 378619 h 378619"/>
                    <a:gd name="connsiteX3" fmla="*/ 2424113 w 2436996"/>
                    <a:gd name="connsiteY3" fmla="*/ 304800 h 378619"/>
                    <a:gd name="connsiteX4" fmla="*/ 2414588 w 2436996"/>
                    <a:gd name="connsiteY4" fmla="*/ 109538 h 378619"/>
                    <a:gd name="connsiteX5" fmla="*/ 428625 w 2436996"/>
                    <a:gd name="connsiteY5" fmla="*/ 150019 h 378619"/>
                    <a:gd name="connsiteX6" fmla="*/ 7144 w 2436996"/>
                    <a:gd name="connsiteY6" fmla="*/ 0 h 378619"/>
                    <a:gd name="connsiteX0" fmla="*/ 7144 w 2448855"/>
                    <a:gd name="connsiteY0" fmla="*/ 0 h 378619"/>
                    <a:gd name="connsiteX1" fmla="*/ 0 w 2448855"/>
                    <a:gd name="connsiteY1" fmla="*/ 130969 h 378619"/>
                    <a:gd name="connsiteX2" fmla="*/ 431007 w 2448855"/>
                    <a:gd name="connsiteY2" fmla="*/ 378619 h 378619"/>
                    <a:gd name="connsiteX3" fmla="*/ 2424113 w 2448855"/>
                    <a:gd name="connsiteY3" fmla="*/ 304800 h 378619"/>
                    <a:gd name="connsiteX4" fmla="*/ 2414588 w 2448855"/>
                    <a:gd name="connsiteY4" fmla="*/ 109538 h 378619"/>
                    <a:gd name="connsiteX5" fmla="*/ 428625 w 2448855"/>
                    <a:gd name="connsiteY5" fmla="*/ 150019 h 378619"/>
                    <a:gd name="connsiteX6" fmla="*/ 7144 w 2448855"/>
                    <a:gd name="connsiteY6" fmla="*/ 0 h 378619"/>
                    <a:gd name="connsiteX0" fmla="*/ 7144 w 2444270"/>
                    <a:gd name="connsiteY0" fmla="*/ 0 h 378619"/>
                    <a:gd name="connsiteX1" fmla="*/ 0 w 2444270"/>
                    <a:gd name="connsiteY1" fmla="*/ 130969 h 378619"/>
                    <a:gd name="connsiteX2" fmla="*/ 431007 w 2444270"/>
                    <a:gd name="connsiteY2" fmla="*/ 378619 h 378619"/>
                    <a:gd name="connsiteX3" fmla="*/ 2414588 w 2444270"/>
                    <a:gd name="connsiteY3" fmla="*/ 314325 h 378619"/>
                    <a:gd name="connsiteX4" fmla="*/ 2414588 w 2444270"/>
                    <a:gd name="connsiteY4" fmla="*/ 109538 h 378619"/>
                    <a:gd name="connsiteX5" fmla="*/ 428625 w 2444270"/>
                    <a:gd name="connsiteY5" fmla="*/ 150019 h 378619"/>
                    <a:gd name="connsiteX6" fmla="*/ 7144 w 2444270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9538 h 378619"/>
                    <a:gd name="connsiteX5" fmla="*/ 428625 w 2446779"/>
                    <a:gd name="connsiteY5" fmla="*/ 150019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9538 h 378619"/>
                    <a:gd name="connsiteX5" fmla="*/ 433388 w 2446779"/>
                    <a:gd name="connsiteY5" fmla="*/ 140494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0013 h 378619"/>
                    <a:gd name="connsiteX5" fmla="*/ 433388 w 2446779"/>
                    <a:gd name="connsiteY5" fmla="*/ 140494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0013 h 378619"/>
                    <a:gd name="connsiteX5" fmla="*/ 442913 w 2446779"/>
                    <a:gd name="connsiteY5" fmla="*/ 142875 h 378619"/>
                    <a:gd name="connsiteX6" fmla="*/ 7144 w 2446779"/>
                    <a:gd name="connsiteY6" fmla="*/ 0 h 378619"/>
                    <a:gd name="connsiteX0" fmla="*/ 7144 w 2446779"/>
                    <a:gd name="connsiteY0" fmla="*/ 0 h 378619"/>
                    <a:gd name="connsiteX1" fmla="*/ 0 w 2446779"/>
                    <a:gd name="connsiteY1" fmla="*/ 130969 h 378619"/>
                    <a:gd name="connsiteX2" fmla="*/ 431007 w 2446779"/>
                    <a:gd name="connsiteY2" fmla="*/ 378619 h 378619"/>
                    <a:gd name="connsiteX3" fmla="*/ 2414588 w 2446779"/>
                    <a:gd name="connsiteY3" fmla="*/ 314325 h 378619"/>
                    <a:gd name="connsiteX4" fmla="*/ 2414588 w 2446779"/>
                    <a:gd name="connsiteY4" fmla="*/ 100013 h 378619"/>
                    <a:gd name="connsiteX5" fmla="*/ 445294 w 2446779"/>
                    <a:gd name="connsiteY5" fmla="*/ 135731 h 378619"/>
                    <a:gd name="connsiteX6" fmla="*/ 7144 w 2446779"/>
                    <a:gd name="connsiteY6" fmla="*/ 0 h 378619"/>
                    <a:gd name="connsiteX0" fmla="*/ 9525 w 2446779"/>
                    <a:gd name="connsiteY0" fmla="*/ 0 h 385763"/>
                    <a:gd name="connsiteX1" fmla="*/ 0 w 2446779"/>
                    <a:gd name="connsiteY1" fmla="*/ 138113 h 385763"/>
                    <a:gd name="connsiteX2" fmla="*/ 431007 w 2446779"/>
                    <a:gd name="connsiteY2" fmla="*/ 385763 h 385763"/>
                    <a:gd name="connsiteX3" fmla="*/ 2414588 w 2446779"/>
                    <a:gd name="connsiteY3" fmla="*/ 321469 h 385763"/>
                    <a:gd name="connsiteX4" fmla="*/ 2414588 w 2446779"/>
                    <a:gd name="connsiteY4" fmla="*/ 107157 h 385763"/>
                    <a:gd name="connsiteX5" fmla="*/ 445294 w 2446779"/>
                    <a:gd name="connsiteY5" fmla="*/ 142875 h 385763"/>
                    <a:gd name="connsiteX6" fmla="*/ 9525 w 2446779"/>
                    <a:gd name="connsiteY6" fmla="*/ 0 h 385763"/>
                    <a:gd name="connsiteX0" fmla="*/ 9525 w 2446779"/>
                    <a:gd name="connsiteY0" fmla="*/ 0 h 385763"/>
                    <a:gd name="connsiteX1" fmla="*/ 0 w 2446779"/>
                    <a:gd name="connsiteY1" fmla="*/ 138113 h 385763"/>
                    <a:gd name="connsiteX2" fmla="*/ 431007 w 2446779"/>
                    <a:gd name="connsiteY2" fmla="*/ 385763 h 385763"/>
                    <a:gd name="connsiteX3" fmla="*/ 2414588 w 2446779"/>
                    <a:gd name="connsiteY3" fmla="*/ 321469 h 385763"/>
                    <a:gd name="connsiteX4" fmla="*/ 2414588 w 2446779"/>
                    <a:gd name="connsiteY4" fmla="*/ 107157 h 385763"/>
                    <a:gd name="connsiteX5" fmla="*/ 445294 w 2446779"/>
                    <a:gd name="connsiteY5" fmla="*/ 142875 h 385763"/>
                    <a:gd name="connsiteX6" fmla="*/ 9525 w 2446779"/>
                    <a:gd name="connsiteY6" fmla="*/ 0 h 385763"/>
                    <a:gd name="connsiteX0" fmla="*/ 9525 w 2446779"/>
                    <a:gd name="connsiteY0" fmla="*/ 0 h 385763"/>
                    <a:gd name="connsiteX1" fmla="*/ 0 w 2446779"/>
                    <a:gd name="connsiteY1" fmla="*/ 138113 h 385763"/>
                    <a:gd name="connsiteX2" fmla="*/ 431007 w 2446779"/>
                    <a:gd name="connsiteY2" fmla="*/ 385763 h 385763"/>
                    <a:gd name="connsiteX3" fmla="*/ 2414588 w 2446779"/>
                    <a:gd name="connsiteY3" fmla="*/ 321469 h 385763"/>
                    <a:gd name="connsiteX4" fmla="*/ 2414588 w 2446779"/>
                    <a:gd name="connsiteY4" fmla="*/ 107157 h 385763"/>
                    <a:gd name="connsiteX5" fmla="*/ 445294 w 2446779"/>
                    <a:gd name="connsiteY5" fmla="*/ 142875 h 385763"/>
                    <a:gd name="connsiteX6" fmla="*/ 9525 w 2446779"/>
                    <a:gd name="connsiteY6" fmla="*/ 0 h 385763"/>
                    <a:gd name="connsiteX0" fmla="*/ 14287 w 2451541"/>
                    <a:gd name="connsiteY0" fmla="*/ 0 h 385763"/>
                    <a:gd name="connsiteX1" fmla="*/ 0 w 2451541"/>
                    <a:gd name="connsiteY1" fmla="*/ 145257 h 385763"/>
                    <a:gd name="connsiteX2" fmla="*/ 435769 w 2451541"/>
                    <a:gd name="connsiteY2" fmla="*/ 385763 h 385763"/>
                    <a:gd name="connsiteX3" fmla="*/ 2419350 w 2451541"/>
                    <a:gd name="connsiteY3" fmla="*/ 321469 h 385763"/>
                    <a:gd name="connsiteX4" fmla="*/ 2419350 w 2451541"/>
                    <a:gd name="connsiteY4" fmla="*/ 107157 h 385763"/>
                    <a:gd name="connsiteX5" fmla="*/ 450056 w 2451541"/>
                    <a:gd name="connsiteY5" fmla="*/ 142875 h 385763"/>
                    <a:gd name="connsiteX6" fmla="*/ 14287 w 2451541"/>
                    <a:gd name="connsiteY6" fmla="*/ 0 h 385763"/>
                    <a:gd name="connsiteX0" fmla="*/ 4762 w 2451541"/>
                    <a:gd name="connsiteY0" fmla="*/ 0 h 383382"/>
                    <a:gd name="connsiteX1" fmla="*/ 0 w 2451541"/>
                    <a:gd name="connsiteY1" fmla="*/ 142876 h 383382"/>
                    <a:gd name="connsiteX2" fmla="*/ 435769 w 2451541"/>
                    <a:gd name="connsiteY2" fmla="*/ 383382 h 383382"/>
                    <a:gd name="connsiteX3" fmla="*/ 2419350 w 2451541"/>
                    <a:gd name="connsiteY3" fmla="*/ 319088 h 383382"/>
                    <a:gd name="connsiteX4" fmla="*/ 2419350 w 2451541"/>
                    <a:gd name="connsiteY4" fmla="*/ 104776 h 383382"/>
                    <a:gd name="connsiteX5" fmla="*/ 450056 w 2451541"/>
                    <a:gd name="connsiteY5" fmla="*/ 140494 h 383382"/>
                    <a:gd name="connsiteX6" fmla="*/ 4762 w 2451541"/>
                    <a:gd name="connsiteY6" fmla="*/ 0 h 383382"/>
                    <a:gd name="connsiteX0" fmla="*/ 4762 w 2451541"/>
                    <a:gd name="connsiteY0" fmla="*/ 0 h 383382"/>
                    <a:gd name="connsiteX1" fmla="*/ 0 w 2451541"/>
                    <a:gd name="connsiteY1" fmla="*/ 142876 h 383382"/>
                    <a:gd name="connsiteX2" fmla="*/ 435769 w 2451541"/>
                    <a:gd name="connsiteY2" fmla="*/ 383382 h 383382"/>
                    <a:gd name="connsiteX3" fmla="*/ 2419350 w 2451541"/>
                    <a:gd name="connsiteY3" fmla="*/ 319088 h 383382"/>
                    <a:gd name="connsiteX4" fmla="*/ 2419350 w 2451541"/>
                    <a:gd name="connsiteY4" fmla="*/ 104776 h 383382"/>
                    <a:gd name="connsiteX5" fmla="*/ 450056 w 2451541"/>
                    <a:gd name="connsiteY5" fmla="*/ 140494 h 383382"/>
                    <a:gd name="connsiteX6" fmla="*/ 4762 w 2451541"/>
                    <a:gd name="connsiteY6" fmla="*/ 0 h 383382"/>
                    <a:gd name="connsiteX0" fmla="*/ 11905 w 2458684"/>
                    <a:gd name="connsiteY0" fmla="*/ 0 h 383382"/>
                    <a:gd name="connsiteX1" fmla="*/ 0 w 2458684"/>
                    <a:gd name="connsiteY1" fmla="*/ 138114 h 383382"/>
                    <a:gd name="connsiteX2" fmla="*/ 442912 w 2458684"/>
                    <a:gd name="connsiteY2" fmla="*/ 383382 h 383382"/>
                    <a:gd name="connsiteX3" fmla="*/ 2426493 w 2458684"/>
                    <a:gd name="connsiteY3" fmla="*/ 319088 h 383382"/>
                    <a:gd name="connsiteX4" fmla="*/ 2426493 w 2458684"/>
                    <a:gd name="connsiteY4" fmla="*/ 104776 h 383382"/>
                    <a:gd name="connsiteX5" fmla="*/ 457199 w 2458684"/>
                    <a:gd name="connsiteY5" fmla="*/ 140494 h 383382"/>
                    <a:gd name="connsiteX6" fmla="*/ 11905 w 2458684"/>
                    <a:gd name="connsiteY6" fmla="*/ 0 h 383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458684" h="383382">
                      <a:moveTo>
                        <a:pt x="11905" y="0"/>
                      </a:moveTo>
                      <a:cubicBezTo>
                        <a:pt x="25399" y="53182"/>
                        <a:pt x="19843" y="123033"/>
                        <a:pt x="0" y="138114"/>
                      </a:cubicBezTo>
                      <a:lnTo>
                        <a:pt x="442912" y="383382"/>
                      </a:lnTo>
                      <a:lnTo>
                        <a:pt x="2426493" y="319088"/>
                      </a:lnTo>
                      <a:cubicBezTo>
                        <a:pt x="2466181" y="277813"/>
                        <a:pt x="2472531" y="174625"/>
                        <a:pt x="2426493" y="104776"/>
                      </a:cubicBezTo>
                      <a:lnTo>
                        <a:pt x="457199" y="140494"/>
                      </a:lnTo>
                      <a:lnTo>
                        <a:pt x="119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</p:grpSp>
        </p:grpSp>
        <p:sp>
          <p:nvSpPr>
            <p:cNvPr id="105" name="Freeform: Shape 86">
              <a:extLst>
                <a:ext uri="{FF2B5EF4-FFF2-40B4-BE49-F238E27FC236}">
                  <a16:creationId xmlns:a16="http://schemas.microsoft.com/office/drawing/2014/main" xmlns="" id="{D733DAF1-59DE-41E9-A34D-8A48F16835B1}"/>
                </a:ext>
              </a:extLst>
            </p:cNvPr>
            <p:cNvSpPr/>
            <p:nvPr/>
          </p:nvSpPr>
          <p:spPr>
            <a:xfrm>
              <a:off x="668085" y="4549042"/>
              <a:ext cx="3954836" cy="1217858"/>
            </a:xfrm>
            <a:custGeom>
              <a:avLst/>
              <a:gdLst>
                <a:gd name="connsiteX0" fmla="*/ 2940786 w 5876925"/>
                <a:gd name="connsiteY0" fmla="*/ 1810802 h 1809750"/>
                <a:gd name="connsiteX1" fmla="*/ 265213 w 5876925"/>
                <a:gd name="connsiteY1" fmla="*/ 1810802 h 1809750"/>
                <a:gd name="connsiteX2" fmla="*/ 10896 w 5876925"/>
                <a:gd name="connsiteY2" fmla="*/ 1631732 h 1809750"/>
                <a:gd name="connsiteX3" fmla="*/ 54711 w 5876925"/>
                <a:gd name="connsiteY3" fmla="*/ 1386940 h 1809750"/>
                <a:gd name="connsiteX4" fmla="*/ 1051978 w 5876925"/>
                <a:gd name="connsiteY4" fmla="*/ 88682 h 1809750"/>
                <a:gd name="connsiteX5" fmla="*/ 1066266 w 5876925"/>
                <a:gd name="connsiteY5" fmla="*/ 69632 h 1809750"/>
                <a:gd name="connsiteX6" fmla="*/ 1208188 w 5876925"/>
                <a:gd name="connsiteY6" fmla="*/ 99 h 1809750"/>
                <a:gd name="connsiteX7" fmla="*/ 3893286 w 5876925"/>
                <a:gd name="connsiteY7" fmla="*/ 18197 h 1809750"/>
                <a:gd name="connsiteX8" fmla="*/ 4812448 w 5876925"/>
                <a:gd name="connsiteY8" fmla="*/ 24864 h 1809750"/>
                <a:gd name="connsiteX9" fmla="*/ 4868646 w 5876925"/>
                <a:gd name="connsiteY9" fmla="*/ 61059 h 1809750"/>
                <a:gd name="connsiteX10" fmla="*/ 4895316 w 5876925"/>
                <a:gd name="connsiteY10" fmla="*/ 105827 h 1809750"/>
                <a:gd name="connsiteX11" fmla="*/ 5849721 w 5876925"/>
                <a:gd name="connsiteY11" fmla="*/ 1482190 h 1809750"/>
                <a:gd name="connsiteX12" fmla="*/ 5862103 w 5876925"/>
                <a:gd name="connsiteY12" fmla="*/ 1672690 h 1809750"/>
                <a:gd name="connsiteX13" fmla="*/ 5635408 w 5876925"/>
                <a:gd name="connsiteY13" fmla="*/ 1810802 h 1809750"/>
                <a:gd name="connsiteX14" fmla="*/ 5287746 w 5876925"/>
                <a:gd name="connsiteY14" fmla="*/ 1810802 h 1809750"/>
                <a:gd name="connsiteX15" fmla="*/ 2940786 w 5876925"/>
                <a:gd name="connsiteY15" fmla="*/ 1810802 h 1809750"/>
                <a:gd name="connsiteX16" fmla="*/ 714793 w 5876925"/>
                <a:gd name="connsiteY16" fmla="*/ 760194 h 1809750"/>
                <a:gd name="connsiteX17" fmla="*/ 5211546 w 5876925"/>
                <a:gd name="connsiteY17" fmla="*/ 760194 h 1809750"/>
                <a:gd name="connsiteX18" fmla="*/ 5184876 w 5876925"/>
                <a:gd name="connsiteY18" fmla="*/ 717332 h 1809750"/>
                <a:gd name="connsiteX19" fmla="*/ 4838166 w 5876925"/>
                <a:gd name="connsiteY19" fmla="*/ 217269 h 1809750"/>
                <a:gd name="connsiteX20" fmla="*/ 4760061 w 5876925"/>
                <a:gd name="connsiteY20" fmla="*/ 177264 h 1809750"/>
                <a:gd name="connsiteX21" fmla="*/ 1142466 w 5876925"/>
                <a:gd name="connsiteY21" fmla="*/ 173454 h 1809750"/>
                <a:gd name="connsiteX22" fmla="*/ 1069123 w 5876925"/>
                <a:gd name="connsiteY22" fmla="*/ 211554 h 1809750"/>
                <a:gd name="connsiteX23" fmla="*/ 739558 w 5876925"/>
                <a:gd name="connsiteY23" fmla="*/ 718284 h 1809750"/>
                <a:gd name="connsiteX24" fmla="*/ 714793 w 5876925"/>
                <a:gd name="connsiteY24" fmla="*/ 760194 h 1809750"/>
                <a:gd name="connsiteX25" fmla="*/ 3505618 w 5876925"/>
                <a:gd name="connsiteY25" fmla="*/ 1132622 h 1809750"/>
                <a:gd name="connsiteX26" fmla="*/ 3443706 w 5876925"/>
                <a:gd name="connsiteY26" fmla="*/ 870684 h 1809750"/>
                <a:gd name="connsiteX27" fmla="*/ 3407511 w 5876925"/>
                <a:gd name="connsiteY27" fmla="*/ 851634 h 1809750"/>
                <a:gd name="connsiteX28" fmla="*/ 3255111 w 5876925"/>
                <a:gd name="connsiteY28" fmla="*/ 850682 h 1809750"/>
                <a:gd name="connsiteX29" fmla="*/ 2546451 w 5876925"/>
                <a:gd name="connsiteY29" fmla="*/ 854492 h 1809750"/>
                <a:gd name="connsiteX30" fmla="*/ 2495016 w 5876925"/>
                <a:gd name="connsiteY30" fmla="*/ 872589 h 1809750"/>
                <a:gd name="connsiteX31" fmla="*/ 2435008 w 5876925"/>
                <a:gd name="connsiteY31" fmla="*/ 1131669 h 1809750"/>
                <a:gd name="connsiteX32" fmla="*/ 3505618 w 5876925"/>
                <a:gd name="connsiteY32" fmla="*/ 1132622 h 1809750"/>
                <a:gd name="connsiteX33" fmla="*/ 2922688 w 5876925"/>
                <a:gd name="connsiteY33" fmla="*/ 1231682 h 1809750"/>
                <a:gd name="connsiteX34" fmla="*/ 2491206 w 5876925"/>
                <a:gd name="connsiteY34" fmla="*/ 1231682 h 1809750"/>
                <a:gd name="connsiteX35" fmla="*/ 2494063 w 5876925"/>
                <a:gd name="connsiteY35" fmla="*/ 1199297 h 1809750"/>
                <a:gd name="connsiteX36" fmla="*/ 2496921 w 5876925"/>
                <a:gd name="connsiteY36" fmla="*/ 1168817 h 1809750"/>
                <a:gd name="connsiteX37" fmla="*/ 2435008 w 5876925"/>
                <a:gd name="connsiteY37" fmla="*/ 1250732 h 1809750"/>
                <a:gd name="connsiteX38" fmla="*/ 3478948 w 5876925"/>
                <a:gd name="connsiteY38" fmla="*/ 1250732 h 1809750"/>
                <a:gd name="connsiteX39" fmla="*/ 3409416 w 5876925"/>
                <a:gd name="connsiteY39" fmla="*/ 1170722 h 1809750"/>
                <a:gd name="connsiteX40" fmla="*/ 3413226 w 5876925"/>
                <a:gd name="connsiteY40" fmla="*/ 1234540 h 1809750"/>
                <a:gd name="connsiteX41" fmla="*/ 2990316 w 5876925"/>
                <a:gd name="connsiteY41" fmla="*/ 1234540 h 1809750"/>
                <a:gd name="connsiteX42" fmla="*/ 2986506 w 5876925"/>
                <a:gd name="connsiteY42" fmla="*/ 1167865 h 1809750"/>
                <a:gd name="connsiteX43" fmla="*/ 2928403 w 5876925"/>
                <a:gd name="connsiteY43" fmla="*/ 1167865 h 1809750"/>
                <a:gd name="connsiteX44" fmla="*/ 2922688 w 5876925"/>
                <a:gd name="connsiteY44" fmla="*/ 1231682 h 1809750"/>
                <a:gd name="connsiteX45" fmla="*/ 4566703 w 5876925"/>
                <a:gd name="connsiteY45" fmla="*/ 1389797 h 1809750"/>
                <a:gd name="connsiteX46" fmla="*/ 4764823 w 5876925"/>
                <a:gd name="connsiteY46" fmla="*/ 1389797 h 1809750"/>
                <a:gd name="connsiteX47" fmla="*/ 4725771 w 5876925"/>
                <a:gd name="connsiteY47" fmla="*/ 1339315 h 1809750"/>
                <a:gd name="connsiteX48" fmla="*/ 4602898 w 5876925"/>
                <a:gd name="connsiteY48" fmla="*/ 1337409 h 1809750"/>
                <a:gd name="connsiteX49" fmla="*/ 4566703 w 5876925"/>
                <a:gd name="connsiteY49" fmla="*/ 1389797 h 1809750"/>
                <a:gd name="connsiteX50" fmla="*/ 1342491 w 5876925"/>
                <a:gd name="connsiteY50" fmla="*/ 1383129 h 1809750"/>
                <a:gd name="connsiteX51" fmla="*/ 1313916 w 5876925"/>
                <a:gd name="connsiteY51" fmla="*/ 1337409 h 1809750"/>
                <a:gd name="connsiteX52" fmla="*/ 1175803 w 5876925"/>
                <a:gd name="connsiteY52" fmla="*/ 1334552 h 1809750"/>
                <a:gd name="connsiteX53" fmla="*/ 1127226 w 5876925"/>
                <a:gd name="connsiteY53" fmla="*/ 1383129 h 1809750"/>
                <a:gd name="connsiteX54" fmla="*/ 1342491 w 5876925"/>
                <a:gd name="connsiteY54" fmla="*/ 1383129 h 180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5876925" h="1809750">
                  <a:moveTo>
                    <a:pt x="2940786" y="1810802"/>
                  </a:moveTo>
                  <a:cubicBezTo>
                    <a:pt x="2049246" y="1810802"/>
                    <a:pt x="1156753" y="1810802"/>
                    <a:pt x="265213" y="1810802"/>
                  </a:cubicBezTo>
                  <a:cubicBezTo>
                    <a:pt x="134721" y="1810802"/>
                    <a:pt x="35661" y="1745079"/>
                    <a:pt x="10896" y="1631732"/>
                  </a:cubicBezTo>
                  <a:cubicBezTo>
                    <a:pt x="-8154" y="1546959"/>
                    <a:pt x="-7202" y="1466949"/>
                    <a:pt x="54711" y="1386940"/>
                  </a:cubicBezTo>
                  <a:cubicBezTo>
                    <a:pt x="390943" y="956409"/>
                    <a:pt x="720508" y="522069"/>
                    <a:pt x="1051978" y="88682"/>
                  </a:cubicBezTo>
                  <a:cubicBezTo>
                    <a:pt x="1056741" y="82014"/>
                    <a:pt x="1064361" y="76299"/>
                    <a:pt x="1066266" y="69632"/>
                  </a:cubicBezTo>
                  <a:cubicBezTo>
                    <a:pt x="1088173" y="-5616"/>
                    <a:pt x="1145323" y="99"/>
                    <a:pt x="1208188" y="99"/>
                  </a:cubicBezTo>
                  <a:cubicBezTo>
                    <a:pt x="2103538" y="7719"/>
                    <a:pt x="2997936" y="12482"/>
                    <a:pt x="3893286" y="18197"/>
                  </a:cubicBezTo>
                  <a:cubicBezTo>
                    <a:pt x="4199991" y="20102"/>
                    <a:pt x="4505743" y="22959"/>
                    <a:pt x="4812448" y="24864"/>
                  </a:cubicBezTo>
                  <a:cubicBezTo>
                    <a:pt x="4841976" y="24864"/>
                    <a:pt x="4859121" y="32484"/>
                    <a:pt x="4868646" y="61059"/>
                  </a:cubicBezTo>
                  <a:cubicBezTo>
                    <a:pt x="4874361" y="77252"/>
                    <a:pt x="4885791" y="91539"/>
                    <a:pt x="4895316" y="105827"/>
                  </a:cubicBezTo>
                  <a:cubicBezTo>
                    <a:pt x="5213451" y="564932"/>
                    <a:pt x="5529681" y="1024989"/>
                    <a:pt x="5849721" y="1482190"/>
                  </a:cubicBezTo>
                  <a:cubicBezTo>
                    <a:pt x="5896393" y="1548865"/>
                    <a:pt x="5893536" y="1607920"/>
                    <a:pt x="5862103" y="1672690"/>
                  </a:cubicBezTo>
                  <a:cubicBezTo>
                    <a:pt x="5817336" y="1766034"/>
                    <a:pt x="5737326" y="1808897"/>
                    <a:pt x="5635408" y="1810802"/>
                  </a:cubicBezTo>
                  <a:cubicBezTo>
                    <a:pt x="5519203" y="1811754"/>
                    <a:pt x="5403951" y="1810802"/>
                    <a:pt x="5287746" y="1810802"/>
                  </a:cubicBezTo>
                  <a:cubicBezTo>
                    <a:pt x="4505743" y="1810802"/>
                    <a:pt x="3722788" y="1810802"/>
                    <a:pt x="2940786" y="1810802"/>
                  </a:cubicBezTo>
                  <a:close/>
                  <a:moveTo>
                    <a:pt x="714793" y="760194"/>
                  </a:moveTo>
                  <a:cubicBezTo>
                    <a:pt x="2214981" y="760194"/>
                    <a:pt x="3709453" y="760194"/>
                    <a:pt x="5211546" y="760194"/>
                  </a:cubicBezTo>
                  <a:cubicBezTo>
                    <a:pt x="5199164" y="740192"/>
                    <a:pt x="5193448" y="728762"/>
                    <a:pt x="5184876" y="717332"/>
                  </a:cubicBezTo>
                  <a:cubicBezTo>
                    <a:pt x="5069623" y="550644"/>
                    <a:pt x="4952466" y="384909"/>
                    <a:pt x="4838166" y="217269"/>
                  </a:cubicBezTo>
                  <a:cubicBezTo>
                    <a:pt x="4817211" y="186789"/>
                    <a:pt x="4795303" y="177264"/>
                    <a:pt x="4760061" y="177264"/>
                  </a:cubicBezTo>
                  <a:cubicBezTo>
                    <a:pt x="3554196" y="177264"/>
                    <a:pt x="2348331" y="175359"/>
                    <a:pt x="1142466" y="173454"/>
                  </a:cubicBezTo>
                  <a:cubicBezTo>
                    <a:pt x="1109128" y="173454"/>
                    <a:pt x="1088173" y="182027"/>
                    <a:pt x="1069123" y="211554"/>
                  </a:cubicBezTo>
                  <a:cubicBezTo>
                    <a:pt x="960538" y="381099"/>
                    <a:pt x="849096" y="549692"/>
                    <a:pt x="739558" y="718284"/>
                  </a:cubicBezTo>
                  <a:cubicBezTo>
                    <a:pt x="730986" y="731619"/>
                    <a:pt x="724318" y="744954"/>
                    <a:pt x="714793" y="760194"/>
                  </a:cubicBezTo>
                  <a:close/>
                  <a:moveTo>
                    <a:pt x="3505618" y="1132622"/>
                  </a:moveTo>
                  <a:cubicBezTo>
                    <a:pt x="3484663" y="1042134"/>
                    <a:pt x="3465613" y="955457"/>
                    <a:pt x="3443706" y="870684"/>
                  </a:cubicBezTo>
                  <a:cubicBezTo>
                    <a:pt x="3441801" y="862112"/>
                    <a:pt x="3419893" y="852587"/>
                    <a:pt x="3407511" y="851634"/>
                  </a:cubicBezTo>
                  <a:cubicBezTo>
                    <a:pt x="3357028" y="849729"/>
                    <a:pt x="3306546" y="850682"/>
                    <a:pt x="3255111" y="850682"/>
                  </a:cubicBezTo>
                  <a:cubicBezTo>
                    <a:pt x="3018891" y="851634"/>
                    <a:pt x="2782671" y="852587"/>
                    <a:pt x="2546451" y="854492"/>
                  </a:cubicBezTo>
                  <a:cubicBezTo>
                    <a:pt x="2528353" y="854492"/>
                    <a:pt x="2497873" y="862112"/>
                    <a:pt x="2495016" y="872589"/>
                  </a:cubicBezTo>
                  <a:cubicBezTo>
                    <a:pt x="2472156" y="956409"/>
                    <a:pt x="2455011" y="1041182"/>
                    <a:pt x="2435008" y="1131669"/>
                  </a:cubicBezTo>
                  <a:cubicBezTo>
                    <a:pt x="2794101" y="1132622"/>
                    <a:pt x="3145573" y="1132622"/>
                    <a:pt x="3505618" y="1132622"/>
                  </a:cubicBezTo>
                  <a:close/>
                  <a:moveTo>
                    <a:pt x="2922688" y="1231682"/>
                  </a:moveTo>
                  <a:cubicBezTo>
                    <a:pt x="2776003" y="1231682"/>
                    <a:pt x="2634081" y="1231682"/>
                    <a:pt x="2491206" y="1231682"/>
                  </a:cubicBezTo>
                  <a:cubicBezTo>
                    <a:pt x="2492158" y="1218347"/>
                    <a:pt x="2493111" y="1208822"/>
                    <a:pt x="2494063" y="1199297"/>
                  </a:cubicBezTo>
                  <a:cubicBezTo>
                    <a:pt x="2495016" y="1188819"/>
                    <a:pt x="2495968" y="1178342"/>
                    <a:pt x="2496921" y="1168817"/>
                  </a:cubicBezTo>
                  <a:cubicBezTo>
                    <a:pt x="2438818" y="1161197"/>
                    <a:pt x="2432151" y="1169769"/>
                    <a:pt x="2435008" y="1250732"/>
                  </a:cubicBezTo>
                  <a:cubicBezTo>
                    <a:pt x="2782671" y="1250732"/>
                    <a:pt x="3130333" y="1250732"/>
                    <a:pt x="3478948" y="1250732"/>
                  </a:cubicBezTo>
                  <a:cubicBezTo>
                    <a:pt x="3483711" y="1167865"/>
                    <a:pt x="3474186" y="1157387"/>
                    <a:pt x="3409416" y="1170722"/>
                  </a:cubicBezTo>
                  <a:cubicBezTo>
                    <a:pt x="3410368" y="1191677"/>
                    <a:pt x="3412273" y="1213584"/>
                    <a:pt x="3413226" y="1234540"/>
                  </a:cubicBezTo>
                  <a:cubicBezTo>
                    <a:pt x="3270351" y="1234540"/>
                    <a:pt x="3130333" y="1234540"/>
                    <a:pt x="2990316" y="1234540"/>
                  </a:cubicBezTo>
                  <a:cubicBezTo>
                    <a:pt x="2989363" y="1208822"/>
                    <a:pt x="2988411" y="1188819"/>
                    <a:pt x="2986506" y="1167865"/>
                  </a:cubicBezTo>
                  <a:cubicBezTo>
                    <a:pt x="2965551" y="1167865"/>
                    <a:pt x="2947453" y="1167865"/>
                    <a:pt x="2928403" y="1167865"/>
                  </a:cubicBezTo>
                  <a:cubicBezTo>
                    <a:pt x="2925546" y="1189772"/>
                    <a:pt x="2923641" y="1208822"/>
                    <a:pt x="2922688" y="1231682"/>
                  </a:cubicBezTo>
                  <a:close/>
                  <a:moveTo>
                    <a:pt x="4566703" y="1389797"/>
                  </a:moveTo>
                  <a:cubicBezTo>
                    <a:pt x="4634331" y="1389797"/>
                    <a:pt x="4700053" y="1389797"/>
                    <a:pt x="4764823" y="1389797"/>
                  </a:cubicBezTo>
                  <a:cubicBezTo>
                    <a:pt x="4771491" y="1353602"/>
                    <a:pt x="4759108" y="1338362"/>
                    <a:pt x="4725771" y="1339315"/>
                  </a:cubicBezTo>
                  <a:cubicBezTo>
                    <a:pt x="4684813" y="1340267"/>
                    <a:pt x="4643856" y="1340267"/>
                    <a:pt x="4602898" y="1337409"/>
                  </a:cubicBezTo>
                  <a:cubicBezTo>
                    <a:pt x="4563846" y="1335504"/>
                    <a:pt x="4556226" y="1353602"/>
                    <a:pt x="4566703" y="1389797"/>
                  </a:cubicBezTo>
                  <a:close/>
                  <a:moveTo>
                    <a:pt x="1342491" y="1383129"/>
                  </a:moveTo>
                  <a:cubicBezTo>
                    <a:pt x="1347253" y="1339315"/>
                    <a:pt x="1347253" y="1338362"/>
                    <a:pt x="1313916" y="1337409"/>
                  </a:cubicBezTo>
                  <a:cubicBezTo>
                    <a:pt x="1268196" y="1335504"/>
                    <a:pt x="1222476" y="1336457"/>
                    <a:pt x="1175803" y="1334552"/>
                  </a:cubicBezTo>
                  <a:cubicBezTo>
                    <a:pt x="1143418" y="1333599"/>
                    <a:pt x="1132941" y="1351697"/>
                    <a:pt x="1127226" y="1383129"/>
                  </a:cubicBezTo>
                  <a:cubicBezTo>
                    <a:pt x="1201521" y="1383129"/>
                    <a:pt x="1272006" y="1383129"/>
                    <a:pt x="1342491" y="13831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87">
              <a:extLst>
                <a:ext uri="{FF2B5EF4-FFF2-40B4-BE49-F238E27FC236}">
                  <a16:creationId xmlns:a16="http://schemas.microsoft.com/office/drawing/2014/main" xmlns="" id="{20AC4DBD-2DC0-4A94-8DE5-AA668BC1B223}"/>
                </a:ext>
              </a:extLst>
            </p:cNvPr>
            <p:cNvSpPr/>
            <p:nvPr/>
          </p:nvSpPr>
          <p:spPr>
            <a:xfrm>
              <a:off x="1331139" y="4697381"/>
              <a:ext cx="2652368" cy="333742"/>
            </a:xfrm>
            <a:custGeom>
              <a:avLst/>
              <a:gdLst>
                <a:gd name="connsiteX0" fmla="*/ 2048566 w 2652368"/>
                <a:gd name="connsiteY0" fmla="*/ 278539 h 333742"/>
                <a:gd name="connsiteX1" fmla="*/ 2127406 w 2652368"/>
                <a:gd name="connsiteY1" fmla="*/ 281182 h 333742"/>
                <a:gd name="connsiteX2" fmla="*/ 2162660 w 2652368"/>
                <a:gd name="connsiteY2" fmla="*/ 321564 h 333742"/>
                <a:gd name="connsiteX3" fmla="*/ 2156250 w 2652368"/>
                <a:gd name="connsiteY3" fmla="*/ 331178 h 333742"/>
                <a:gd name="connsiteX4" fmla="*/ 1996006 w 2652368"/>
                <a:gd name="connsiteY4" fmla="*/ 329256 h 333742"/>
                <a:gd name="connsiteX5" fmla="*/ 1963316 w 2652368"/>
                <a:gd name="connsiteY5" fmla="*/ 286951 h 333742"/>
                <a:gd name="connsiteX6" fmla="*/ 1969726 w 2652368"/>
                <a:gd name="connsiteY6" fmla="*/ 279260 h 333742"/>
                <a:gd name="connsiteX7" fmla="*/ 2048566 w 2652368"/>
                <a:gd name="connsiteY7" fmla="*/ 278539 h 333742"/>
                <a:gd name="connsiteX8" fmla="*/ 517269 w 2652368"/>
                <a:gd name="connsiteY8" fmla="*/ 277977 h 333742"/>
                <a:gd name="connsiteX9" fmla="*/ 622390 w 2652368"/>
                <a:gd name="connsiteY9" fmla="*/ 277977 h 333742"/>
                <a:gd name="connsiteX10" fmla="*/ 565984 w 2652368"/>
                <a:gd name="connsiteY10" fmla="*/ 333101 h 333742"/>
                <a:gd name="connsiteX11" fmla="*/ 461504 w 2652368"/>
                <a:gd name="connsiteY11" fmla="*/ 333101 h 333742"/>
                <a:gd name="connsiteX12" fmla="*/ 517269 w 2652368"/>
                <a:gd name="connsiteY12" fmla="*/ 277977 h 333742"/>
                <a:gd name="connsiteX13" fmla="*/ 353819 w 2652368"/>
                <a:gd name="connsiteY13" fmla="*/ 277977 h 333742"/>
                <a:gd name="connsiteX14" fmla="*/ 458299 w 2652368"/>
                <a:gd name="connsiteY14" fmla="*/ 277977 h 333742"/>
                <a:gd name="connsiteX15" fmla="*/ 393560 w 2652368"/>
                <a:gd name="connsiteY15" fmla="*/ 333742 h 333742"/>
                <a:gd name="connsiteX16" fmla="*/ 291645 w 2652368"/>
                <a:gd name="connsiteY16" fmla="*/ 333742 h 333742"/>
                <a:gd name="connsiteX17" fmla="*/ 353819 w 2652368"/>
                <a:gd name="connsiteY17" fmla="*/ 277977 h 333742"/>
                <a:gd name="connsiteX18" fmla="*/ 1709408 w 2652368"/>
                <a:gd name="connsiteY18" fmla="*/ 277898 h 333742"/>
                <a:gd name="connsiteX19" fmla="*/ 1776791 w 2652368"/>
                <a:gd name="connsiteY19" fmla="*/ 280541 h 333742"/>
                <a:gd name="connsiteX20" fmla="*/ 1803712 w 2652368"/>
                <a:gd name="connsiteY20" fmla="*/ 320282 h 333742"/>
                <a:gd name="connsiteX21" fmla="*/ 1796661 w 2652368"/>
                <a:gd name="connsiteY21" fmla="*/ 331819 h 333742"/>
                <a:gd name="connsiteX22" fmla="*/ 1663979 w 2652368"/>
                <a:gd name="connsiteY22" fmla="*/ 329897 h 333742"/>
                <a:gd name="connsiteX23" fmla="*/ 1633853 w 2652368"/>
                <a:gd name="connsiteY23" fmla="*/ 278619 h 333742"/>
                <a:gd name="connsiteX24" fmla="*/ 1709408 w 2652368"/>
                <a:gd name="connsiteY24" fmla="*/ 277898 h 333742"/>
                <a:gd name="connsiteX25" fmla="*/ 2225797 w 2652368"/>
                <a:gd name="connsiteY25" fmla="*/ 277657 h 333742"/>
                <a:gd name="connsiteX26" fmla="*/ 2291497 w 2652368"/>
                <a:gd name="connsiteY26" fmla="*/ 280541 h 333742"/>
                <a:gd name="connsiteX27" fmla="*/ 2325469 w 2652368"/>
                <a:gd name="connsiteY27" fmla="*/ 320923 h 333742"/>
                <a:gd name="connsiteX28" fmla="*/ 2319700 w 2652368"/>
                <a:gd name="connsiteY28" fmla="*/ 330537 h 333742"/>
                <a:gd name="connsiteX29" fmla="*/ 2193427 w 2652368"/>
                <a:gd name="connsiteY29" fmla="*/ 328615 h 333742"/>
                <a:gd name="connsiteX30" fmla="*/ 2153687 w 2652368"/>
                <a:gd name="connsiteY30" fmla="*/ 288874 h 333742"/>
                <a:gd name="connsiteX31" fmla="*/ 2160097 w 2652368"/>
                <a:gd name="connsiteY31" fmla="*/ 278618 h 333742"/>
                <a:gd name="connsiteX32" fmla="*/ 2225797 w 2652368"/>
                <a:gd name="connsiteY32" fmla="*/ 277657 h 333742"/>
                <a:gd name="connsiteX33" fmla="*/ 2545325 w 2652368"/>
                <a:gd name="connsiteY33" fmla="*/ 277416 h 333742"/>
                <a:gd name="connsiteX34" fmla="*/ 2608782 w 2652368"/>
                <a:gd name="connsiteY34" fmla="*/ 280541 h 333742"/>
                <a:gd name="connsiteX35" fmla="*/ 2652368 w 2652368"/>
                <a:gd name="connsiteY35" fmla="*/ 320282 h 333742"/>
                <a:gd name="connsiteX36" fmla="*/ 2647881 w 2652368"/>
                <a:gd name="connsiteY36" fmla="*/ 328614 h 333742"/>
                <a:gd name="connsiteX37" fmla="*/ 2511353 w 2652368"/>
                <a:gd name="connsiteY37" fmla="*/ 326691 h 333742"/>
                <a:gd name="connsiteX38" fmla="*/ 2474176 w 2652368"/>
                <a:gd name="connsiteY38" fmla="*/ 278618 h 333742"/>
                <a:gd name="connsiteX39" fmla="*/ 2545325 w 2652368"/>
                <a:gd name="connsiteY39" fmla="*/ 277416 h 333742"/>
                <a:gd name="connsiteX40" fmla="*/ 686487 w 2652368"/>
                <a:gd name="connsiteY40" fmla="*/ 277336 h 333742"/>
                <a:gd name="connsiteX41" fmla="*/ 787762 w 2652368"/>
                <a:gd name="connsiteY41" fmla="*/ 277336 h 333742"/>
                <a:gd name="connsiteX42" fmla="*/ 735202 w 2652368"/>
                <a:gd name="connsiteY42" fmla="*/ 333101 h 333742"/>
                <a:gd name="connsiteX43" fmla="*/ 627517 w 2652368"/>
                <a:gd name="connsiteY43" fmla="*/ 333101 h 333742"/>
                <a:gd name="connsiteX44" fmla="*/ 686487 w 2652368"/>
                <a:gd name="connsiteY44" fmla="*/ 277336 h 333742"/>
                <a:gd name="connsiteX45" fmla="*/ 69226 w 2652368"/>
                <a:gd name="connsiteY45" fmla="*/ 277336 h 333742"/>
                <a:gd name="connsiteX46" fmla="*/ 290363 w 2652368"/>
                <a:gd name="connsiteY46" fmla="*/ 277336 h 333742"/>
                <a:gd name="connsiteX47" fmla="*/ 230111 w 2652368"/>
                <a:gd name="connsiteY47" fmla="*/ 333101 h 333742"/>
                <a:gd name="connsiteX48" fmla="*/ 31408 w 2652368"/>
                <a:gd name="connsiteY48" fmla="*/ 333101 h 333742"/>
                <a:gd name="connsiteX49" fmla="*/ 0 w 2652368"/>
                <a:gd name="connsiteY49" fmla="*/ 331819 h 333742"/>
                <a:gd name="connsiteX50" fmla="*/ 69226 w 2652368"/>
                <a:gd name="connsiteY50" fmla="*/ 277336 h 333742"/>
                <a:gd name="connsiteX51" fmla="*/ 1870534 w 2652368"/>
                <a:gd name="connsiteY51" fmla="*/ 277016 h 333742"/>
                <a:gd name="connsiteX52" fmla="*/ 1935112 w 2652368"/>
                <a:gd name="connsiteY52" fmla="*/ 279900 h 333742"/>
                <a:gd name="connsiteX53" fmla="*/ 1969084 w 2652368"/>
                <a:gd name="connsiteY53" fmla="*/ 320922 h 333742"/>
                <a:gd name="connsiteX54" fmla="*/ 1963315 w 2652368"/>
                <a:gd name="connsiteY54" fmla="*/ 329896 h 333742"/>
                <a:gd name="connsiteX55" fmla="*/ 1827428 w 2652368"/>
                <a:gd name="connsiteY55" fmla="*/ 327974 h 333742"/>
                <a:gd name="connsiteX56" fmla="*/ 1797302 w 2652368"/>
                <a:gd name="connsiteY56" fmla="*/ 277977 h 333742"/>
                <a:gd name="connsiteX57" fmla="*/ 1870534 w 2652368"/>
                <a:gd name="connsiteY57" fmla="*/ 277016 h 333742"/>
                <a:gd name="connsiteX58" fmla="*/ 2384278 w 2652368"/>
                <a:gd name="connsiteY58" fmla="*/ 276775 h 333742"/>
                <a:gd name="connsiteX59" fmla="*/ 2444048 w 2652368"/>
                <a:gd name="connsiteY59" fmla="*/ 279900 h 333742"/>
                <a:gd name="connsiteX60" fmla="*/ 2490200 w 2652368"/>
                <a:gd name="connsiteY60" fmla="*/ 318999 h 333742"/>
                <a:gd name="connsiteX61" fmla="*/ 2484430 w 2652368"/>
                <a:gd name="connsiteY61" fmla="*/ 329255 h 333742"/>
                <a:gd name="connsiteX62" fmla="*/ 2349825 w 2652368"/>
                <a:gd name="connsiteY62" fmla="*/ 327332 h 333742"/>
                <a:gd name="connsiteX63" fmla="*/ 2316494 w 2652368"/>
                <a:gd name="connsiteY63" fmla="*/ 286310 h 333742"/>
                <a:gd name="connsiteX64" fmla="*/ 2323545 w 2652368"/>
                <a:gd name="connsiteY64" fmla="*/ 277977 h 333742"/>
                <a:gd name="connsiteX65" fmla="*/ 2384278 w 2652368"/>
                <a:gd name="connsiteY65" fmla="*/ 276775 h 333742"/>
                <a:gd name="connsiteX66" fmla="*/ 848655 w 2652368"/>
                <a:gd name="connsiteY66" fmla="*/ 276695 h 333742"/>
                <a:gd name="connsiteX67" fmla="*/ 1588985 w 2652368"/>
                <a:gd name="connsiteY67" fmla="*/ 277337 h 333742"/>
                <a:gd name="connsiteX68" fmla="*/ 1630007 w 2652368"/>
                <a:gd name="connsiteY68" fmla="*/ 329897 h 333742"/>
                <a:gd name="connsiteX69" fmla="*/ 799941 w 2652368"/>
                <a:gd name="connsiteY69" fmla="*/ 329897 h 333742"/>
                <a:gd name="connsiteX70" fmla="*/ 848655 w 2652368"/>
                <a:gd name="connsiteY70" fmla="*/ 276695 h 333742"/>
                <a:gd name="connsiteX71" fmla="*/ 1376820 w 2652368"/>
                <a:gd name="connsiteY71" fmla="*/ 216444 h 333742"/>
                <a:gd name="connsiteX72" fmla="*/ 1522963 w 2652368"/>
                <a:gd name="connsiteY72" fmla="*/ 216444 h 333742"/>
                <a:gd name="connsiteX73" fmla="*/ 1530655 w 2652368"/>
                <a:gd name="connsiteY73" fmla="*/ 263235 h 333742"/>
                <a:gd name="connsiteX74" fmla="*/ 1396049 w 2652368"/>
                <a:gd name="connsiteY74" fmla="*/ 261312 h 333742"/>
                <a:gd name="connsiteX75" fmla="*/ 1376820 w 2652368"/>
                <a:gd name="connsiteY75" fmla="*/ 216444 h 333742"/>
                <a:gd name="connsiteX76" fmla="*/ 1768377 w 2652368"/>
                <a:gd name="connsiteY76" fmla="*/ 215322 h 333742"/>
                <a:gd name="connsiteX77" fmla="*/ 1835119 w 2652368"/>
                <a:gd name="connsiteY77" fmla="*/ 217726 h 333742"/>
                <a:gd name="connsiteX78" fmla="*/ 1856913 w 2652368"/>
                <a:gd name="connsiteY78" fmla="*/ 263876 h 333742"/>
                <a:gd name="connsiteX79" fmla="*/ 1728717 w 2652368"/>
                <a:gd name="connsiteY79" fmla="*/ 261953 h 333742"/>
                <a:gd name="connsiteX80" fmla="*/ 1694745 w 2652368"/>
                <a:gd name="connsiteY80" fmla="*/ 227982 h 333742"/>
                <a:gd name="connsiteX81" fmla="*/ 1701155 w 2652368"/>
                <a:gd name="connsiteY81" fmla="*/ 215803 h 333742"/>
                <a:gd name="connsiteX82" fmla="*/ 1768377 w 2652368"/>
                <a:gd name="connsiteY82" fmla="*/ 215322 h 333742"/>
                <a:gd name="connsiteX83" fmla="*/ 2508708 w 2652368"/>
                <a:gd name="connsiteY83" fmla="*/ 214841 h 333742"/>
                <a:gd name="connsiteX84" fmla="*/ 2570963 w 2652368"/>
                <a:gd name="connsiteY84" fmla="*/ 217726 h 333742"/>
                <a:gd name="connsiteX85" fmla="*/ 2610063 w 2652368"/>
                <a:gd name="connsiteY85" fmla="*/ 254261 h 333742"/>
                <a:gd name="connsiteX86" fmla="*/ 2604293 w 2652368"/>
                <a:gd name="connsiteY86" fmla="*/ 263875 h 333742"/>
                <a:gd name="connsiteX87" fmla="*/ 2481867 w 2652368"/>
                <a:gd name="connsiteY87" fmla="*/ 261952 h 333742"/>
                <a:gd name="connsiteX88" fmla="*/ 2441485 w 2652368"/>
                <a:gd name="connsiteY88" fmla="*/ 224776 h 333742"/>
                <a:gd name="connsiteX89" fmla="*/ 2445972 w 2652368"/>
                <a:gd name="connsiteY89" fmla="*/ 215802 h 333742"/>
                <a:gd name="connsiteX90" fmla="*/ 2508708 w 2652368"/>
                <a:gd name="connsiteY90" fmla="*/ 214841 h 333742"/>
                <a:gd name="connsiteX91" fmla="*/ 1545398 w 2652368"/>
                <a:gd name="connsiteY91" fmla="*/ 214521 h 333742"/>
                <a:gd name="connsiteX92" fmla="*/ 1666542 w 2652368"/>
                <a:gd name="connsiteY92" fmla="*/ 215161 h 333742"/>
                <a:gd name="connsiteX93" fmla="*/ 1690900 w 2652368"/>
                <a:gd name="connsiteY93" fmla="*/ 263875 h 333742"/>
                <a:gd name="connsiteX94" fmla="*/ 1562063 w 2652368"/>
                <a:gd name="connsiteY94" fmla="*/ 261953 h 333742"/>
                <a:gd name="connsiteX95" fmla="*/ 1536424 w 2652368"/>
                <a:gd name="connsiteY95" fmla="*/ 223494 h 333742"/>
                <a:gd name="connsiteX96" fmla="*/ 1545398 w 2652368"/>
                <a:gd name="connsiteY96" fmla="*/ 214521 h 333742"/>
                <a:gd name="connsiteX97" fmla="*/ 2351028 w 2652368"/>
                <a:gd name="connsiteY97" fmla="*/ 214200 h 333742"/>
                <a:gd name="connsiteX98" fmla="*/ 2412001 w 2652368"/>
                <a:gd name="connsiteY98" fmla="*/ 217085 h 333742"/>
                <a:gd name="connsiteX99" fmla="*/ 2449178 w 2652368"/>
                <a:gd name="connsiteY99" fmla="*/ 254260 h 333742"/>
                <a:gd name="connsiteX100" fmla="*/ 2443409 w 2652368"/>
                <a:gd name="connsiteY100" fmla="*/ 263875 h 333742"/>
                <a:gd name="connsiteX101" fmla="*/ 2322905 w 2652368"/>
                <a:gd name="connsiteY101" fmla="*/ 261953 h 333742"/>
                <a:gd name="connsiteX102" fmla="*/ 2283805 w 2652368"/>
                <a:gd name="connsiteY102" fmla="*/ 226058 h 333742"/>
                <a:gd name="connsiteX103" fmla="*/ 2289574 w 2652368"/>
                <a:gd name="connsiteY103" fmla="*/ 215161 h 333742"/>
                <a:gd name="connsiteX104" fmla="*/ 2351028 w 2652368"/>
                <a:gd name="connsiteY104" fmla="*/ 214200 h 333742"/>
                <a:gd name="connsiteX105" fmla="*/ 2136460 w 2652368"/>
                <a:gd name="connsiteY105" fmla="*/ 214040 h 333742"/>
                <a:gd name="connsiteX106" fmla="*/ 2251756 w 2652368"/>
                <a:gd name="connsiteY106" fmla="*/ 216444 h 333742"/>
                <a:gd name="connsiteX107" fmla="*/ 2290855 w 2652368"/>
                <a:gd name="connsiteY107" fmla="*/ 252979 h 333742"/>
                <a:gd name="connsiteX108" fmla="*/ 2285087 w 2652368"/>
                <a:gd name="connsiteY108" fmla="*/ 263876 h 333742"/>
                <a:gd name="connsiteX109" fmla="*/ 2203682 w 2652368"/>
                <a:gd name="connsiteY109" fmla="*/ 263876 h 333742"/>
                <a:gd name="connsiteX110" fmla="*/ 2069718 w 2652368"/>
                <a:gd name="connsiteY110" fmla="*/ 263876 h 333742"/>
                <a:gd name="connsiteX111" fmla="*/ 2019722 w 2652368"/>
                <a:gd name="connsiteY111" fmla="*/ 214521 h 333742"/>
                <a:gd name="connsiteX112" fmla="*/ 2136460 w 2652368"/>
                <a:gd name="connsiteY112" fmla="*/ 214040 h 333742"/>
                <a:gd name="connsiteX113" fmla="*/ 1288205 w 2652368"/>
                <a:gd name="connsiteY113" fmla="*/ 214040 h 333742"/>
                <a:gd name="connsiteX114" fmla="*/ 1353104 w 2652368"/>
                <a:gd name="connsiteY114" fmla="*/ 216444 h 333742"/>
                <a:gd name="connsiteX115" fmla="*/ 1374898 w 2652368"/>
                <a:gd name="connsiteY115" fmla="*/ 263876 h 333742"/>
                <a:gd name="connsiteX116" fmla="*/ 1238369 w 2652368"/>
                <a:gd name="connsiteY116" fmla="*/ 263235 h 333742"/>
                <a:gd name="connsiteX117" fmla="*/ 1220421 w 2652368"/>
                <a:gd name="connsiteY117" fmla="*/ 214521 h 333742"/>
                <a:gd name="connsiteX118" fmla="*/ 1288205 w 2652368"/>
                <a:gd name="connsiteY118" fmla="*/ 214040 h 333742"/>
                <a:gd name="connsiteX119" fmla="*/ 1100560 w 2652368"/>
                <a:gd name="connsiteY119" fmla="*/ 213880 h 333742"/>
                <a:gd name="connsiteX120" fmla="*/ 1200551 w 2652368"/>
                <a:gd name="connsiteY120" fmla="*/ 213880 h 333742"/>
                <a:gd name="connsiteX121" fmla="*/ 1164657 w 2652368"/>
                <a:gd name="connsiteY121" fmla="*/ 264517 h 333742"/>
                <a:gd name="connsiteX122" fmla="*/ 1060818 w 2652368"/>
                <a:gd name="connsiteY122" fmla="*/ 264517 h 333742"/>
                <a:gd name="connsiteX123" fmla="*/ 1100560 w 2652368"/>
                <a:gd name="connsiteY123" fmla="*/ 213880 h 333742"/>
                <a:gd name="connsiteX124" fmla="*/ 937110 w 2652368"/>
                <a:gd name="connsiteY124" fmla="*/ 213880 h 333742"/>
                <a:gd name="connsiteX125" fmla="*/ 1040948 w 2652368"/>
                <a:gd name="connsiteY125" fmla="*/ 213880 h 333742"/>
                <a:gd name="connsiteX126" fmla="*/ 1000567 w 2652368"/>
                <a:gd name="connsiteY126" fmla="*/ 263876 h 333742"/>
                <a:gd name="connsiteX127" fmla="*/ 899292 w 2652368"/>
                <a:gd name="connsiteY127" fmla="*/ 263876 h 333742"/>
                <a:gd name="connsiteX128" fmla="*/ 937110 w 2652368"/>
                <a:gd name="connsiteY128" fmla="*/ 213880 h 333742"/>
                <a:gd name="connsiteX129" fmla="*/ 778146 w 2652368"/>
                <a:gd name="connsiteY129" fmla="*/ 213880 h 333742"/>
                <a:gd name="connsiteX130" fmla="*/ 878780 w 2652368"/>
                <a:gd name="connsiteY130" fmla="*/ 213880 h 333742"/>
                <a:gd name="connsiteX131" fmla="*/ 840322 w 2652368"/>
                <a:gd name="connsiteY131" fmla="*/ 263876 h 333742"/>
                <a:gd name="connsiteX132" fmla="*/ 733278 w 2652368"/>
                <a:gd name="connsiteY132" fmla="*/ 263876 h 333742"/>
                <a:gd name="connsiteX133" fmla="*/ 778146 w 2652368"/>
                <a:gd name="connsiteY133" fmla="*/ 213880 h 333742"/>
                <a:gd name="connsiteX134" fmla="*/ 616620 w 2652368"/>
                <a:gd name="connsiteY134" fmla="*/ 213880 h 333742"/>
                <a:gd name="connsiteX135" fmla="*/ 721099 w 2652368"/>
                <a:gd name="connsiteY135" fmla="*/ 213880 h 333742"/>
                <a:gd name="connsiteX136" fmla="*/ 674308 w 2652368"/>
                <a:gd name="connsiteY136" fmla="*/ 263876 h 333742"/>
                <a:gd name="connsiteX137" fmla="*/ 569188 w 2652368"/>
                <a:gd name="connsiteY137" fmla="*/ 263876 h 333742"/>
                <a:gd name="connsiteX138" fmla="*/ 616620 w 2652368"/>
                <a:gd name="connsiteY138" fmla="*/ 213880 h 333742"/>
                <a:gd name="connsiteX139" fmla="*/ 455094 w 2652368"/>
                <a:gd name="connsiteY139" fmla="*/ 213880 h 333742"/>
                <a:gd name="connsiteX140" fmla="*/ 560215 w 2652368"/>
                <a:gd name="connsiteY140" fmla="*/ 213880 h 333742"/>
                <a:gd name="connsiteX141" fmla="*/ 508936 w 2652368"/>
                <a:gd name="connsiteY141" fmla="*/ 263876 h 333742"/>
                <a:gd name="connsiteX142" fmla="*/ 403816 w 2652368"/>
                <a:gd name="connsiteY142" fmla="*/ 263876 h 333742"/>
                <a:gd name="connsiteX143" fmla="*/ 455094 w 2652368"/>
                <a:gd name="connsiteY143" fmla="*/ 213880 h 333742"/>
                <a:gd name="connsiteX144" fmla="*/ 1923254 w 2652368"/>
                <a:gd name="connsiteY144" fmla="*/ 213559 h 333742"/>
                <a:gd name="connsiteX145" fmla="*/ 1985109 w 2652368"/>
                <a:gd name="connsiteY145" fmla="*/ 216443 h 333742"/>
                <a:gd name="connsiteX146" fmla="*/ 2017799 w 2652368"/>
                <a:gd name="connsiteY146" fmla="*/ 254261 h 333742"/>
                <a:gd name="connsiteX147" fmla="*/ 2009466 w 2652368"/>
                <a:gd name="connsiteY147" fmla="*/ 263875 h 333742"/>
                <a:gd name="connsiteX148" fmla="*/ 1888321 w 2652368"/>
                <a:gd name="connsiteY148" fmla="*/ 261953 h 333742"/>
                <a:gd name="connsiteX149" fmla="*/ 1854349 w 2652368"/>
                <a:gd name="connsiteY149" fmla="*/ 223494 h 333742"/>
                <a:gd name="connsiteX150" fmla="*/ 1861400 w 2652368"/>
                <a:gd name="connsiteY150" fmla="*/ 214520 h 333742"/>
                <a:gd name="connsiteX151" fmla="*/ 1923254 w 2652368"/>
                <a:gd name="connsiteY151" fmla="*/ 213559 h 333742"/>
                <a:gd name="connsiteX152" fmla="*/ 292926 w 2652368"/>
                <a:gd name="connsiteY152" fmla="*/ 212598 h 333742"/>
                <a:gd name="connsiteX153" fmla="*/ 398047 w 2652368"/>
                <a:gd name="connsiteY153" fmla="*/ 213239 h 333742"/>
                <a:gd name="connsiteX154" fmla="*/ 342282 w 2652368"/>
                <a:gd name="connsiteY154" fmla="*/ 263876 h 333742"/>
                <a:gd name="connsiteX155" fmla="*/ 236520 w 2652368"/>
                <a:gd name="connsiteY155" fmla="*/ 263876 h 333742"/>
                <a:gd name="connsiteX156" fmla="*/ 292926 w 2652368"/>
                <a:gd name="connsiteY156" fmla="*/ 212598 h 333742"/>
                <a:gd name="connsiteX157" fmla="*/ 109606 w 2652368"/>
                <a:gd name="connsiteY157" fmla="*/ 212597 h 333742"/>
                <a:gd name="connsiteX158" fmla="*/ 233956 w 2652368"/>
                <a:gd name="connsiteY158" fmla="*/ 213239 h 333742"/>
                <a:gd name="connsiteX159" fmla="*/ 179473 w 2652368"/>
                <a:gd name="connsiteY159" fmla="*/ 263235 h 333742"/>
                <a:gd name="connsiteX160" fmla="*/ 40381 w 2652368"/>
                <a:gd name="connsiteY160" fmla="*/ 263875 h 333742"/>
                <a:gd name="connsiteX161" fmla="*/ 109606 w 2652368"/>
                <a:gd name="connsiteY161" fmla="*/ 212597 h 333742"/>
                <a:gd name="connsiteX162" fmla="*/ 1309518 w 2652368"/>
                <a:gd name="connsiteY162" fmla="*/ 157473 h 333742"/>
                <a:gd name="connsiteX163" fmla="*/ 1444123 w 2652368"/>
                <a:gd name="connsiteY163" fmla="*/ 157473 h 333742"/>
                <a:gd name="connsiteX164" fmla="*/ 1450533 w 2652368"/>
                <a:gd name="connsiteY164" fmla="*/ 196574 h 333742"/>
                <a:gd name="connsiteX165" fmla="*/ 1309518 w 2652368"/>
                <a:gd name="connsiteY165" fmla="*/ 196574 h 333742"/>
                <a:gd name="connsiteX166" fmla="*/ 1309518 w 2652368"/>
                <a:gd name="connsiteY166" fmla="*/ 157473 h 333742"/>
                <a:gd name="connsiteX167" fmla="*/ 2473775 w 2652368"/>
                <a:gd name="connsiteY167" fmla="*/ 156753 h 333742"/>
                <a:gd name="connsiteX168" fmla="*/ 2535710 w 2652368"/>
                <a:gd name="connsiteY168" fmla="*/ 159396 h 333742"/>
                <a:gd name="connsiteX169" fmla="*/ 2573528 w 2652368"/>
                <a:gd name="connsiteY169" fmla="*/ 199779 h 333742"/>
                <a:gd name="connsiteX170" fmla="*/ 2441486 w 2652368"/>
                <a:gd name="connsiteY170" fmla="*/ 198497 h 333742"/>
                <a:gd name="connsiteX171" fmla="*/ 2408155 w 2652368"/>
                <a:gd name="connsiteY171" fmla="*/ 165806 h 333742"/>
                <a:gd name="connsiteX172" fmla="*/ 2411360 w 2652368"/>
                <a:gd name="connsiteY172" fmla="*/ 157474 h 333742"/>
                <a:gd name="connsiteX173" fmla="*/ 2473775 w 2652368"/>
                <a:gd name="connsiteY173" fmla="*/ 156753 h 333742"/>
                <a:gd name="connsiteX174" fmla="*/ 1679283 w 2652368"/>
                <a:gd name="connsiteY174" fmla="*/ 156352 h 333742"/>
                <a:gd name="connsiteX175" fmla="*/ 1741538 w 2652368"/>
                <a:gd name="connsiteY175" fmla="*/ 158756 h 333742"/>
                <a:gd name="connsiteX176" fmla="*/ 1767818 w 2652368"/>
                <a:gd name="connsiteY176" fmla="*/ 200420 h 333742"/>
                <a:gd name="connsiteX177" fmla="*/ 1637699 w 2652368"/>
                <a:gd name="connsiteY177" fmla="*/ 199138 h 333742"/>
                <a:gd name="connsiteX178" fmla="*/ 1610137 w 2652368"/>
                <a:gd name="connsiteY178" fmla="*/ 167088 h 333742"/>
                <a:gd name="connsiteX179" fmla="*/ 1616547 w 2652368"/>
                <a:gd name="connsiteY179" fmla="*/ 156833 h 333742"/>
                <a:gd name="connsiteX180" fmla="*/ 1679283 w 2652368"/>
                <a:gd name="connsiteY180" fmla="*/ 156352 h 333742"/>
                <a:gd name="connsiteX181" fmla="*/ 1831836 w 2652368"/>
                <a:gd name="connsiteY181" fmla="*/ 156112 h 333742"/>
                <a:gd name="connsiteX182" fmla="*/ 1892808 w 2652368"/>
                <a:gd name="connsiteY182" fmla="*/ 158755 h 333742"/>
                <a:gd name="connsiteX183" fmla="*/ 1919089 w 2652368"/>
                <a:gd name="connsiteY183" fmla="*/ 194009 h 333742"/>
                <a:gd name="connsiteX184" fmla="*/ 1909474 w 2652368"/>
                <a:gd name="connsiteY184" fmla="*/ 201059 h 333742"/>
                <a:gd name="connsiteX185" fmla="*/ 1811404 w 2652368"/>
                <a:gd name="connsiteY185" fmla="*/ 201059 h 333742"/>
                <a:gd name="connsiteX186" fmla="*/ 1770382 w 2652368"/>
                <a:gd name="connsiteY186" fmla="*/ 156833 h 333742"/>
                <a:gd name="connsiteX187" fmla="*/ 1831836 w 2652368"/>
                <a:gd name="connsiteY187" fmla="*/ 156112 h 333742"/>
                <a:gd name="connsiteX188" fmla="*/ 1525127 w 2652368"/>
                <a:gd name="connsiteY188" fmla="*/ 154830 h 333742"/>
                <a:gd name="connsiteX189" fmla="*/ 1585139 w 2652368"/>
                <a:gd name="connsiteY189" fmla="*/ 157473 h 333742"/>
                <a:gd name="connsiteX190" fmla="*/ 1610137 w 2652368"/>
                <a:gd name="connsiteY190" fmla="*/ 192086 h 333742"/>
                <a:gd name="connsiteX191" fmla="*/ 1603727 w 2652368"/>
                <a:gd name="connsiteY191" fmla="*/ 200419 h 333742"/>
                <a:gd name="connsiteX192" fmla="*/ 1480018 w 2652368"/>
                <a:gd name="connsiteY192" fmla="*/ 198495 h 333742"/>
                <a:gd name="connsiteX193" fmla="*/ 1456943 w 2652368"/>
                <a:gd name="connsiteY193" fmla="*/ 163883 h 333742"/>
                <a:gd name="connsiteX194" fmla="*/ 1464635 w 2652368"/>
                <a:gd name="connsiteY194" fmla="*/ 155551 h 333742"/>
                <a:gd name="connsiteX195" fmla="*/ 1525127 w 2652368"/>
                <a:gd name="connsiteY195" fmla="*/ 154830 h 333742"/>
                <a:gd name="connsiteX196" fmla="*/ 2131653 w 2652368"/>
                <a:gd name="connsiteY196" fmla="*/ 154509 h 333742"/>
                <a:gd name="connsiteX197" fmla="*/ 2188299 w 2652368"/>
                <a:gd name="connsiteY197" fmla="*/ 156832 h 333742"/>
                <a:gd name="connsiteX198" fmla="*/ 2228681 w 2652368"/>
                <a:gd name="connsiteY198" fmla="*/ 186958 h 333742"/>
                <a:gd name="connsiteX199" fmla="*/ 2223553 w 2652368"/>
                <a:gd name="connsiteY199" fmla="*/ 198496 h 333742"/>
                <a:gd name="connsiteX200" fmla="*/ 2093434 w 2652368"/>
                <a:gd name="connsiteY200" fmla="*/ 196573 h 333742"/>
                <a:gd name="connsiteX201" fmla="*/ 2067795 w 2652368"/>
                <a:gd name="connsiteY201" fmla="*/ 155550 h 333742"/>
                <a:gd name="connsiteX202" fmla="*/ 2131653 w 2652368"/>
                <a:gd name="connsiteY202" fmla="*/ 154509 h 333742"/>
                <a:gd name="connsiteX203" fmla="*/ 1981184 w 2652368"/>
                <a:gd name="connsiteY203" fmla="*/ 154509 h 333742"/>
                <a:gd name="connsiteX204" fmla="*/ 2037670 w 2652368"/>
                <a:gd name="connsiteY204" fmla="*/ 156832 h 333742"/>
                <a:gd name="connsiteX205" fmla="*/ 2074206 w 2652368"/>
                <a:gd name="connsiteY205" fmla="*/ 189521 h 333742"/>
                <a:gd name="connsiteX206" fmla="*/ 2067796 w 2652368"/>
                <a:gd name="connsiteY206" fmla="*/ 199777 h 333742"/>
                <a:gd name="connsiteX207" fmla="*/ 1945369 w 2652368"/>
                <a:gd name="connsiteY207" fmla="*/ 197854 h 333742"/>
                <a:gd name="connsiteX208" fmla="*/ 1916525 w 2652368"/>
                <a:gd name="connsiteY208" fmla="*/ 163883 h 333742"/>
                <a:gd name="connsiteX209" fmla="*/ 1924217 w 2652368"/>
                <a:gd name="connsiteY209" fmla="*/ 155550 h 333742"/>
                <a:gd name="connsiteX210" fmla="*/ 1981184 w 2652368"/>
                <a:gd name="connsiteY210" fmla="*/ 154509 h 333742"/>
                <a:gd name="connsiteX211" fmla="*/ 1190296 w 2652368"/>
                <a:gd name="connsiteY211" fmla="*/ 154268 h 333742"/>
                <a:gd name="connsiteX212" fmla="*/ 1257599 w 2652368"/>
                <a:gd name="connsiteY212" fmla="*/ 154910 h 333742"/>
                <a:gd name="connsiteX213" fmla="*/ 1289006 w 2652368"/>
                <a:gd name="connsiteY213" fmla="*/ 198496 h 333742"/>
                <a:gd name="connsiteX214" fmla="*/ 1156965 w 2652368"/>
                <a:gd name="connsiteY214" fmla="*/ 198496 h 333742"/>
                <a:gd name="connsiteX215" fmla="*/ 1190296 w 2652368"/>
                <a:gd name="connsiteY215" fmla="*/ 154268 h 333742"/>
                <a:gd name="connsiteX216" fmla="*/ 1039666 w 2652368"/>
                <a:gd name="connsiteY216" fmla="*/ 152987 h 333742"/>
                <a:gd name="connsiteX217" fmla="*/ 1122351 w 2652368"/>
                <a:gd name="connsiteY217" fmla="*/ 154909 h 333742"/>
                <a:gd name="connsiteX218" fmla="*/ 1137735 w 2652368"/>
                <a:gd name="connsiteY218" fmla="*/ 175420 h 333742"/>
                <a:gd name="connsiteX219" fmla="*/ 1121710 w 2652368"/>
                <a:gd name="connsiteY219" fmla="*/ 199137 h 333742"/>
                <a:gd name="connsiteX220" fmla="*/ 998002 w 2652368"/>
                <a:gd name="connsiteY220" fmla="*/ 200418 h 333742"/>
                <a:gd name="connsiteX221" fmla="*/ 1039666 w 2652368"/>
                <a:gd name="connsiteY221" fmla="*/ 152987 h 333742"/>
                <a:gd name="connsiteX222" fmla="*/ 879422 w 2652368"/>
                <a:gd name="connsiteY222" fmla="*/ 152987 h 333742"/>
                <a:gd name="connsiteX223" fmla="*/ 981978 w 2652368"/>
                <a:gd name="connsiteY223" fmla="*/ 152987 h 333742"/>
                <a:gd name="connsiteX224" fmla="*/ 945442 w 2652368"/>
                <a:gd name="connsiteY224" fmla="*/ 201701 h 333742"/>
                <a:gd name="connsiteX225" fmla="*/ 844168 w 2652368"/>
                <a:gd name="connsiteY225" fmla="*/ 201060 h 333742"/>
                <a:gd name="connsiteX226" fmla="*/ 879422 w 2652368"/>
                <a:gd name="connsiteY226" fmla="*/ 152987 h 333742"/>
                <a:gd name="connsiteX227" fmla="*/ 727509 w 2652368"/>
                <a:gd name="connsiteY227" fmla="*/ 152346 h 333742"/>
                <a:gd name="connsiteX228" fmla="*/ 828143 w 2652368"/>
                <a:gd name="connsiteY228" fmla="*/ 152988 h 333742"/>
                <a:gd name="connsiteX229" fmla="*/ 786479 w 2652368"/>
                <a:gd name="connsiteY229" fmla="*/ 201060 h 333742"/>
                <a:gd name="connsiteX230" fmla="*/ 684564 w 2652368"/>
                <a:gd name="connsiteY230" fmla="*/ 200419 h 333742"/>
                <a:gd name="connsiteX231" fmla="*/ 727509 w 2652368"/>
                <a:gd name="connsiteY231" fmla="*/ 152346 h 333742"/>
                <a:gd name="connsiteX232" fmla="*/ 136528 w 2652368"/>
                <a:gd name="connsiteY232" fmla="*/ 152346 h 333742"/>
                <a:gd name="connsiteX233" fmla="*/ 351896 w 2652368"/>
                <a:gd name="connsiteY233" fmla="*/ 152346 h 333742"/>
                <a:gd name="connsiteX234" fmla="*/ 295491 w 2652368"/>
                <a:gd name="connsiteY234" fmla="*/ 201060 h 333742"/>
                <a:gd name="connsiteX235" fmla="*/ 79481 w 2652368"/>
                <a:gd name="connsiteY235" fmla="*/ 200418 h 333742"/>
                <a:gd name="connsiteX236" fmla="*/ 136528 w 2652368"/>
                <a:gd name="connsiteY236" fmla="*/ 152346 h 333742"/>
                <a:gd name="connsiteX237" fmla="*/ 570471 w 2652368"/>
                <a:gd name="connsiteY237" fmla="*/ 151705 h 333742"/>
                <a:gd name="connsiteX238" fmla="*/ 673027 w 2652368"/>
                <a:gd name="connsiteY238" fmla="*/ 152346 h 333742"/>
                <a:gd name="connsiteX239" fmla="*/ 623671 w 2652368"/>
                <a:gd name="connsiteY239" fmla="*/ 200419 h 333742"/>
                <a:gd name="connsiteX240" fmla="*/ 523679 w 2652368"/>
                <a:gd name="connsiteY240" fmla="*/ 199778 h 333742"/>
                <a:gd name="connsiteX241" fmla="*/ 570471 w 2652368"/>
                <a:gd name="connsiteY241" fmla="*/ 151705 h 333742"/>
                <a:gd name="connsiteX242" fmla="*/ 415353 w 2652368"/>
                <a:gd name="connsiteY242" fmla="*/ 151704 h 333742"/>
                <a:gd name="connsiteX243" fmla="*/ 517910 w 2652368"/>
                <a:gd name="connsiteY243" fmla="*/ 152345 h 333742"/>
                <a:gd name="connsiteX244" fmla="*/ 467913 w 2652368"/>
                <a:gd name="connsiteY244" fmla="*/ 201059 h 333742"/>
                <a:gd name="connsiteX245" fmla="*/ 365357 w 2652368"/>
                <a:gd name="connsiteY245" fmla="*/ 200418 h 333742"/>
                <a:gd name="connsiteX246" fmla="*/ 415353 w 2652368"/>
                <a:gd name="connsiteY246" fmla="*/ 151704 h 333742"/>
                <a:gd name="connsiteX247" fmla="*/ 1239010 w 2652368"/>
                <a:gd name="connsiteY247" fmla="*/ 101067 h 333742"/>
                <a:gd name="connsiteX248" fmla="*/ 1370411 w 2652368"/>
                <a:gd name="connsiteY248" fmla="*/ 101067 h 333742"/>
                <a:gd name="connsiteX249" fmla="*/ 1372334 w 2652368"/>
                <a:gd name="connsiteY249" fmla="*/ 139526 h 333742"/>
                <a:gd name="connsiteX250" fmla="*/ 1239010 w 2652368"/>
                <a:gd name="connsiteY250" fmla="*/ 139526 h 333742"/>
                <a:gd name="connsiteX251" fmla="*/ 1239010 w 2652368"/>
                <a:gd name="connsiteY251" fmla="*/ 101067 h 333742"/>
                <a:gd name="connsiteX252" fmla="*/ 1088380 w 2652368"/>
                <a:gd name="connsiteY252" fmla="*/ 100426 h 333742"/>
                <a:gd name="connsiteX253" fmla="*/ 1220421 w 2652368"/>
                <a:gd name="connsiteY253" fmla="*/ 100426 h 333742"/>
                <a:gd name="connsiteX254" fmla="*/ 1220421 w 2652368"/>
                <a:gd name="connsiteY254" fmla="*/ 138885 h 333742"/>
                <a:gd name="connsiteX255" fmla="*/ 1083894 w 2652368"/>
                <a:gd name="connsiteY255" fmla="*/ 138885 h 333742"/>
                <a:gd name="connsiteX256" fmla="*/ 1088380 w 2652368"/>
                <a:gd name="connsiteY256" fmla="*/ 100426 h 333742"/>
                <a:gd name="connsiteX257" fmla="*/ 2437240 w 2652368"/>
                <a:gd name="connsiteY257" fmla="*/ 99385 h 333742"/>
                <a:gd name="connsiteX258" fmla="*/ 2493405 w 2652368"/>
                <a:gd name="connsiteY258" fmla="*/ 101708 h 333742"/>
                <a:gd name="connsiteX259" fmla="*/ 2530582 w 2652368"/>
                <a:gd name="connsiteY259" fmla="*/ 133757 h 333742"/>
                <a:gd name="connsiteX260" fmla="*/ 2526095 w 2652368"/>
                <a:gd name="connsiteY260" fmla="*/ 142090 h 333742"/>
                <a:gd name="connsiteX261" fmla="*/ 2409437 w 2652368"/>
                <a:gd name="connsiteY261" fmla="*/ 140809 h 333742"/>
                <a:gd name="connsiteX262" fmla="*/ 2376106 w 2652368"/>
                <a:gd name="connsiteY262" fmla="*/ 109400 h 333742"/>
                <a:gd name="connsiteX263" fmla="*/ 2380593 w 2652368"/>
                <a:gd name="connsiteY263" fmla="*/ 100426 h 333742"/>
                <a:gd name="connsiteX264" fmla="*/ 2437240 w 2652368"/>
                <a:gd name="connsiteY264" fmla="*/ 99385 h 333742"/>
                <a:gd name="connsiteX265" fmla="*/ 1595314 w 2652368"/>
                <a:gd name="connsiteY265" fmla="*/ 99225 h 333742"/>
                <a:gd name="connsiteX266" fmla="*/ 1655005 w 2652368"/>
                <a:gd name="connsiteY266" fmla="*/ 101067 h 333742"/>
                <a:gd name="connsiteX267" fmla="*/ 1678721 w 2652368"/>
                <a:gd name="connsiteY267" fmla="*/ 133116 h 333742"/>
                <a:gd name="connsiteX268" fmla="*/ 1672952 w 2652368"/>
                <a:gd name="connsiteY268" fmla="*/ 141450 h 333742"/>
                <a:gd name="connsiteX269" fmla="*/ 1553089 w 2652368"/>
                <a:gd name="connsiteY269" fmla="*/ 140168 h 333742"/>
                <a:gd name="connsiteX270" fmla="*/ 1527450 w 2652368"/>
                <a:gd name="connsiteY270" fmla="*/ 99785 h 333742"/>
                <a:gd name="connsiteX271" fmla="*/ 1595314 w 2652368"/>
                <a:gd name="connsiteY271" fmla="*/ 99225 h 333742"/>
                <a:gd name="connsiteX272" fmla="*/ 1447969 w 2652368"/>
                <a:gd name="connsiteY272" fmla="*/ 99225 h 333742"/>
                <a:gd name="connsiteX273" fmla="*/ 1507580 w 2652368"/>
                <a:gd name="connsiteY273" fmla="*/ 101067 h 333742"/>
                <a:gd name="connsiteX274" fmla="*/ 1532578 w 2652368"/>
                <a:gd name="connsiteY274" fmla="*/ 142090 h 333742"/>
                <a:gd name="connsiteX275" fmla="*/ 1404382 w 2652368"/>
                <a:gd name="connsiteY275" fmla="*/ 140808 h 333742"/>
                <a:gd name="connsiteX276" fmla="*/ 1381307 w 2652368"/>
                <a:gd name="connsiteY276" fmla="*/ 109400 h 333742"/>
                <a:gd name="connsiteX277" fmla="*/ 1388358 w 2652368"/>
                <a:gd name="connsiteY277" fmla="*/ 99785 h 333742"/>
                <a:gd name="connsiteX278" fmla="*/ 1447969 w 2652368"/>
                <a:gd name="connsiteY278" fmla="*/ 99225 h 333742"/>
                <a:gd name="connsiteX279" fmla="*/ 2138303 w 2652368"/>
                <a:gd name="connsiteY279" fmla="*/ 99144 h 333742"/>
                <a:gd name="connsiteX280" fmla="*/ 2264575 w 2652368"/>
                <a:gd name="connsiteY280" fmla="*/ 99144 h 333742"/>
                <a:gd name="connsiteX281" fmla="*/ 2408156 w 2652368"/>
                <a:gd name="connsiteY281" fmla="*/ 186318 h 333742"/>
                <a:gd name="connsiteX282" fmla="*/ 2415206 w 2652368"/>
                <a:gd name="connsiteY282" fmla="*/ 202342 h 333742"/>
                <a:gd name="connsiteX283" fmla="*/ 2262011 w 2652368"/>
                <a:gd name="connsiteY283" fmla="*/ 201060 h 333742"/>
                <a:gd name="connsiteX284" fmla="*/ 2238296 w 2652368"/>
                <a:gd name="connsiteY284" fmla="*/ 174780 h 333742"/>
                <a:gd name="connsiteX285" fmla="*/ 2185735 w 2652368"/>
                <a:gd name="connsiteY285" fmla="*/ 141449 h 333742"/>
                <a:gd name="connsiteX286" fmla="*/ 2138303 w 2652368"/>
                <a:gd name="connsiteY286" fmla="*/ 99144 h 333742"/>
                <a:gd name="connsiteX287" fmla="*/ 2041435 w 2652368"/>
                <a:gd name="connsiteY287" fmla="*/ 98984 h 333742"/>
                <a:gd name="connsiteX288" fmla="*/ 2099203 w 2652368"/>
                <a:gd name="connsiteY288" fmla="*/ 101067 h 333742"/>
                <a:gd name="connsiteX289" fmla="*/ 2128688 w 2652368"/>
                <a:gd name="connsiteY289" fmla="*/ 131835 h 333742"/>
                <a:gd name="connsiteX290" fmla="*/ 2122919 w 2652368"/>
                <a:gd name="connsiteY290" fmla="*/ 142090 h 333742"/>
                <a:gd name="connsiteX291" fmla="*/ 2008824 w 2652368"/>
                <a:gd name="connsiteY291" fmla="*/ 140808 h 333742"/>
                <a:gd name="connsiteX292" fmla="*/ 1977417 w 2652368"/>
                <a:gd name="connsiteY292" fmla="*/ 109400 h 333742"/>
                <a:gd name="connsiteX293" fmla="*/ 1983185 w 2652368"/>
                <a:gd name="connsiteY293" fmla="*/ 99785 h 333742"/>
                <a:gd name="connsiteX294" fmla="*/ 2041435 w 2652368"/>
                <a:gd name="connsiteY294" fmla="*/ 98984 h 333742"/>
                <a:gd name="connsiteX295" fmla="*/ 1892487 w 2652368"/>
                <a:gd name="connsiteY295" fmla="*/ 98984 h 333742"/>
                <a:gd name="connsiteX296" fmla="*/ 1949214 w 2652368"/>
                <a:gd name="connsiteY296" fmla="*/ 101067 h 333742"/>
                <a:gd name="connsiteX297" fmla="*/ 1979981 w 2652368"/>
                <a:gd name="connsiteY297" fmla="*/ 132476 h 333742"/>
                <a:gd name="connsiteX298" fmla="*/ 1971648 w 2652368"/>
                <a:gd name="connsiteY298" fmla="*/ 142090 h 333742"/>
                <a:gd name="connsiteX299" fmla="*/ 1860759 w 2652368"/>
                <a:gd name="connsiteY299" fmla="*/ 140808 h 333742"/>
                <a:gd name="connsiteX300" fmla="*/ 1828710 w 2652368"/>
                <a:gd name="connsiteY300" fmla="*/ 110041 h 333742"/>
                <a:gd name="connsiteX301" fmla="*/ 1835761 w 2652368"/>
                <a:gd name="connsiteY301" fmla="*/ 99785 h 333742"/>
                <a:gd name="connsiteX302" fmla="*/ 1892487 w 2652368"/>
                <a:gd name="connsiteY302" fmla="*/ 98984 h 333742"/>
                <a:gd name="connsiteX303" fmla="*/ 1744021 w 2652368"/>
                <a:gd name="connsiteY303" fmla="*/ 98343 h 333742"/>
                <a:gd name="connsiteX304" fmla="*/ 1799225 w 2652368"/>
                <a:gd name="connsiteY304" fmla="*/ 100426 h 333742"/>
                <a:gd name="connsiteX305" fmla="*/ 1828710 w 2652368"/>
                <a:gd name="connsiteY305" fmla="*/ 130553 h 333742"/>
                <a:gd name="connsiteX306" fmla="*/ 1822300 w 2652368"/>
                <a:gd name="connsiteY306" fmla="*/ 140809 h 333742"/>
                <a:gd name="connsiteX307" fmla="*/ 1703078 w 2652368"/>
                <a:gd name="connsiteY307" fmla="*/ 139527 h 333742"/>
                <a:gd name="connsiteX308" fmla="*/ 1681285 w 2652368"/>
                <a:gd name="connsiteY308" fmla="*/ 108118 h 333742"/>
                <a:gd name="connsiteX309" fmla="*/ 1688336 w 2652368"/>
                <a:gd name="connsiteY309" fmla="*/ 99144 h 333742"/>
                <a:gd name="connsiteX310" fmla="*/ 1744021 w 2652368"/>
                <a:gd name="connsiteY310" fmla="*/ 98343 h 333742"/>
                <a:gd name="connsiteX311" fmla="*/ 971723 w 2652368"/>
                <a:gd name="connsiteY311" fmla="*/ 97222 h 333742"/>
                <a:gd name="connsiteX312" fmla="*/ 1070432 w 2652368"/>
                <a:gd name="connsiteY312" fmla="*/ 97863 h 333742"/>
                <a:gd name="connsiteX313" fmla="*/ 1033897 w 2652368"/>
                <a:gd name="connsiteY313" fmla="*/ 142090 h 333742"/>
                <a:gd name="connsiteX314" fmla="*/ 935827 w 2652368"/>
                <a:gd name="connsiteY314" fmla="*/ 141449 h 333742"/>
                <a:gd name="connsiteX315" fmla="*/ 971723 w 2652368"/>
                <a:gd name="connsiteY315" fmla="*/ 97222 h 333742"/>
                <a:gd name="connsiteX316" fmla="*/ 819810 w 2652368"/>
                <a:gd name="connsiteY316" fmla="*/ 97222 h 333742"/>
                <a:gd name="connsiteX317" fmla="*/ 917880 w 2652368"/>
                <a:gd name="connsiteY317" fmla="*/ 97863 h 333742"/>
                <a:gd name="connsiteX318" fmla="*/ 884549 w 2652368"/>
                <a:gd name="connsiteY318" fmla="*/ 142090 h 333742"/>
                <a:gd name="connsiteX319" fmla="*/ 783916 w 2652368"/>
                <a:gd name="connsiteY319" fmla="*/ 141449 h 333742"/>
                <a:gd name="connsiteX320" fmla="*/ 819810 w 2652368"/>
                <a:gd name="connsiteY320" fmla="*/ 97222 h 333742"/>
                <a:gd name="connsiteX321" fmla="*/ 519191 w 2652368"/>
                <a:gd name="connsiteY321" fmla="*/ 96581 h 333742"/>
                <a:gd name="connsiteX322" fmla="*/ 619184 w 2652368"/>
                <a:gd name="connsiteY322" fmla="*/ 97221 h 333742"/>
                <a:gd name="connsiteX323" fmla="*/ 574956 w 2652368"/>
                <a:gd name="connsiteY323" fmla="*/ 142089 h 333742"/>
                <a:gd name="connsiteX324" fmla="*/ 474964 w 2652368"/>
                <a:gd name="connsiteY324" fmla="*/ 141449 h 333742"/>
                <a:gd name="connsiteX325" fmla="*/ 519191 w 2652368"/>
                <a:gd name="connsiteY325" fmla="*/ 96581 h 333742"/>
                <a:gd name="connsiteX326" fmla="*/ 670463 w 2652368"/>
                <a:gd name="connsiteY326" fmla="*/ 96580 h 333742"/>
                <a:gd name="connsiteX327" fmla="*/ 769814 w 2652368"/>
                <a:gd name="connsiteY327" fmla="*/ 97221 h 333742"/>
                <a:gd name="connsiteX328" fmla="*/ 726869 w 2652368"/>
                <a:gd name="connsiteY328" fmla="*/ 142089 h 333742"/>
                <a:gd name="connsiteX329" fmla="*/ 628799 w 2652368"/>
                <a:gd name="connsiteY329" fmla="*/ 141448 h 333742"/>
                <a:gd name="connsiteX330" fmla="*/ 670463 w 2652368"/>
                <a:gd name="connsiteY330" fmla="*/ 96580 h 333742"/>
                <a:gd name="connsiteX331" fmla="*/ 381621 w 2652368"/>
                <a:gd name="connsiteY331" fmla="*/ 95539 h 333742"/>
                <a:gd name="connsiteX332" fmla="*/ 467271 w 2652368"/>
                <a:gd name="connsiteY332" fmla="*/ 100426 h 333742"/>
                <a:gd name="connsiteX333" fmla="*/ 423044 w 2652368"/>
                <a:gd name="connsiteY333" fmla="*/ 141448 h 333742"/>
                <a:gd name="connsiteX334" fmla="*/ 146142 w 2652368"/>
                <a:gd name="connsiteY334" fmla="*/ 141448 h 333742"/>
                <a:gd name="connsiteX335" fmla="*/ 116657 w 2652368"/>
                <a:gd name="connsiteY335" fmla="*/ 138884 h 333742"/>
                <a:gd name="connsiteX336" fmla="*/ 168576 w 2652368"/>
                <a:gd name="connsiteY336" fmla="*/ 96580 h 333742"/>
                <a:gd name="connsiteX337" fmla="*/ 299336 w 2652368"/>
                <a:gd name="connsiteY337" fmla="*/ 97862 h 333742"/>
                <a:gd name="connsiteX338" fmla="*/ 330103 w 2652368"/>
                <a:gd name="connsiteY338" fmla="*/ 107477 h 333742"/>
                <a:gd name="connsiteX339" fmla="*/ 381621 w 2652368"/>
                <a:gd name="connsiteY339" fmla="*/ 95539 h 333742"/>
                <a:gd name="connsiteX340" fmla="*/ 1482582 w 2652368"/>
                <a:gd name="connsiteY340" fmla="*/ 48507 h 333742"/>
                <a:gd name="connsiteX341" fmla="*/ 1611418 w 2652368"/>
                <a:gd name="connsiteY341" fmla="*/ 48507 h 333742"/>
                <a:gd name="connsiteX342" fmla="*/ 1617187 w 2652368"/>
                <a:gd name="connsiteY342" fmla="*/ 83761 h 333742"/>
                <a:gd name="connsiteX343" fmla="*/ 1488992 w 2652368"/>
                <a:gd name="connsiteY343" fmla="*/ 83761 h 333742"/>
                <a:gd name="connsiteX344" fmla="*/ 1482582 w 2652368"/>
                <a:gd name="connsiteY344" fmla="*/ 48507 h 333742"/>
                <a:gd name="connsiteX345" fmla="*/ 2407114 w 2652368"/>
                <a:gd name="connsiteY345" fmla="*/ 47705 h 333742"/>
                <a:gd name="connsiteX346" fmla="*/ 2463279 w 2652368"/>
                <a:gd name="connsiteY346" fmla="*/ 49788 h 333742"/>
                <a:gd name="connsiteX347" fmla="*/ 2501097 w 2652368"/>
                <a:gd name="connsiteY347" fmla="*/ 86325 h 333742"/>
                <a:gd name="connsiteX348" fmla="*/ 2379311 w 2652368"/>
                <a:gd name="connsiteY348" fmla="*/ 85043 h 333742"/>
                <a:gd name="connsiteX349" fmla="*/ 2345980 w 2652368"/>
                <a:gd name="connsiteY349" fmla="*/ 58121 h 333742"/>
                <a:gd name="connsiteX350" fmla="*/ 2350467 w 2652368"/>
                <a:gd name="connsiteY350" fmla="*/ 48506 h 333742"/>
                <a:gd name="connsiteX351" fmla="*/ 2407114 w 2652368"/>
                <a:gd name="connsiteY351" fmla="*/ 47705 h 333742"/>
                <a:gd name="connsiteX352" fmla="*/ 1830873 w 2652368"/>
                <a:gd name="connsiteY352" fmla="*/ 47306 h 333742"/>
                <a:gd name="connsiteX353" fmla="*/ 1887039 w 2652368"/>
                <a:gd name="connsiteY353" fmla="*/ 49148 h 333742"/>
                <a:gd name="connsiteX354" fmla="*/ 1912037 w 2652368"/>
                <a:gd name="connsiteY354" fmla="*/ 77993 h 333742"/>
                <a:gd name="connsiteX355" fmla="*/ 1906268 w 2652368"/>
                <a:gd name="connsiteY355" fmla="*/ 85685 h 333742"/>
                <a:gd name="connsiteX356" fmla="*/ 1794738 w 2652368"/>
                <a:gd name="connsiteY356" fmla="*/ 84403 h 333742"/>
                <a:gd name="connsiteX357" fmla="*/ 1768458 w 2652368"/>
                <a:gd name="connsiteY357" fmla="*/ 57481 h 333742"/>
                <a:gd name="connsiteX358" fmla="*/ 1774226 w 2652368"/>
                <a:gd name="connsiteY358" fmla="*/ 47866 h 333742"/>
                <a:gd name="connsiteX359" fmla="*/ 1830873 w 2652368"/>
                <a:gd name="connsiteY359" fmla="*/ 47306 h 333742"/>
                <a:gd name="connsiteX360" fmla="*/ 1972851 w 2652368"/>
                <a:gd name="connsiteY360" fmla="*/ 46665 h 333742"/>
                <a:gd name="connsiteX361" fmla="*/ 2029336 w 2652368"/>
                <a:gd name="connsiteY361" fmla="*/ 48507 h 333742"/>
                <a:gd name="connsiteX362" fmla="*/ 2057539 w 2652368"/>
                <a:gd name="connsiteY362" fmla="*/ 75429 h 333742"/>
                <a:gd name="connsiteX363" fmla="*/ 2053053 w 2652368"/>
                <a:gd name="connsiteY363" fmla="*/ 85044 h 333742"/>
                <a:gd name="connsiteX364" fmla="*/ 1938318 w 2652368"/>
                <a:gd name="connsiteY364" fmla="*/ 83762 h 333742"/>
                <a:gd name="connsiteX365" fmla="*/ 1908192 w 2652368"/>
                <a:gd name="connsiteY365" fmla="*/ 47225 h 333742"/>
                <a:gd name="connsiteX366" fmla="*/ 1972851 w 2652368"/>
                <a:gd name="connsiteY366" fmla="*/ 46665 h 333742"/>
                <a:gd name="connsiteX367" fmla="*/ 1687695 w 2652368"/>
                <a:gd name="connsiteY367" fmla="*/ 46665 h 333742"/>
                <a:gd name="connsiteX368" fmla="*/ 1745383 w 2652368"/>
                <a:gd name="connsiteY368" fmla="*/ 48507 h 333742"/>
                <a:gd name="connsiteX369" fmla="*/ 1766535 w 2652368"/>
                <a:gd name="connsiteY369" fmla="*/ 77352 h 333742"/>
                <a:gd name="connsiteX370" fmla="*/ 1759484 w 2652368"/>
                <a:gd name="connsiteY370" fmla="*/ 85684 h 333742"/>
                <a:gd name="connsiteX371" fmla="*/ 1652441 w 2652368"/>
                <a:gd name="connsiteY371" fmla="*/ 84402 h 333742"/>
                <a:gd name="connsiteX372" fmla="*/ 1623597 w 2652368"/>
                <a:gd name="connsiteY372" fmla="*/ 59404 h 333742"/>
                <a:gd name="connsiteX373" fmla="*/ 1630007 w 2652368"/>
                <a:gd name="connsiteY373" fmla="*/ 47225 h 333742"/>
                <a:gd name="connsiteX374" fmla="*/ 1687695 w 2652368"/>
                <a:gd name="connsiteY374" fmla="*/ 46665 h 333742"/>
                <a:gd name="connsiteX375" fmla="*/ 2062666 w 2652368"/>
                <a:gd name="connsiteY375" fmla="*/ 46584 h 333742"/>
                <a:gd name="connsiteX376" fmla="*/ 2205605 w 2652368"/>
                <a:gd name="connsiteY376" fmla="*/ 46584 h 333742"/>
                <a:gd name="connsiteX377" fmla="*/ 2298547 w 2652368"/>
                <a:gd name="connsiteY377" fmla="*/ 46584 h 333742"/>
                <a:gd name="connsiteX378" fmla="*/ 2346620 w 2652368"/>
                <a:gd name="connsiteY378" fmla="*/ 85683 h 333742"/>
                <a:gd name="connsiteX379" fmla="*/ 2090229 w 2652368"/>
                <a:gd name="connsiteY379" fmla="*/ 84402 h 333742"/>
                <a:gd name="connsiteX380" fmla="*/ 2056898 w 2652368"/>
                <a:gd name="connsiteY380" fmla="*/ 56840 h 333742"/>
                <a:gd name="connsiteX381" fmla="*/ 2062666 w 2652368"/>
                <a:gd name="connsiteY381" fmla="*/ 46584 h 333742"/>
                <a:gd name="connsiteX382" fmla="*/ 1367205 w 2652368"/>
                <a:gd name="connsiteY382" fmla="*/ 45303 h 333742"/>
                <a:gd name="connsiteX383" fmla="*/ 1440278 w 2652368"/>
                <a:gd name="connsiteY383" fmla="*/ 45303 h 333742"/>
                <a:gd name="connsiteX384" fmla="*/ 1467840 w 2652368"/>
                <a:gd name="connsiteY384" fmla="*/ 83121 h 333742"/>
                <a:gd name="connsiteX385" fmla="*/ 1342849 w 2652368"/>
                <a:gd name="connsiteY385" fmla="*/ 83121 h 333742"/>
                <a:gd name="connsiteX386" fmla="*/ 1367205 w 2652368"/>
                <a:gd name="connsiteY386" fmla="*/ 45303 h 333742"/>
                <a:gd name="connsiteX387" fmla="*/ 1223627 w 2652368"/>
                <a:gd name="connsiteY387" fmla="*/ 44021 h 333742"/>
                <a:gd name="connsiteX388" fmla="*/ 1293493 w 2652368"/>
                <a:gd name="connsiteY388" fmla="*/ 45302 h 333742"/>
                <a:gd name="connsiteX389" fmla="*/ 1320414 w 2652368"/>
                <a:gd name="connsiteY389" fmla="*/ 83761 h 333742"/>
                <a:gd name="connsiteX390" fmla="*/ 1195423 w 2652368"/>
                <a:gd name="connsiteY390" fmla="*/ 83761 h 333742"/>
                <a:gd name="connsiteX391" fmla="*/ 1223627 w 2652368"/>
                <a:gd name="connsiteY391" fmla="*/ 44021 h 333742"/>
                <a:gd name="connsiteX392" fmla="*/ 919162 w 2652368"/>
                <a:gd name="connsiteY392" fmla="*/ 44020 h 333742"/>
                <a:gd name="connsiteX393" fmla="*/ 1028129 w 2652368"/>
                <a:gd name="connsiteY393" fmla="*/ 44020 h 333742"/>
                <a:gd name="connsiteX394" fmla="*/ 995439 w 2652368"/>
                <a:gd name="connsiteY394" fmla="*/ 85684 h 333742"/>
                <a:gd name="connsiteX395" fmla="*/ 900574 w 2652368"/>
                <a:gd name="connsiteY395" fmla="*/ 85043 h 333742"/>
                <a:gd name="connsiteX396" fmla="*/ 919162 w 2652368"/>
                <a:gd name="connsiteY396" fmla="*/ 44020 h 333742"/>
                <a:gd name="connsiteX397" fmla="*/ 1076842 w 2652368"/>
                <a:gd name="connsiteY397" fmla="*/ 43380 h 333742"/>
                <a:gd name="connsiteX398" fmla="*/ 1175553 w 2652368"/>
                <a:gd name="connsiteY398" fmla="*/ 43380 h 333742"/>
                <a:gd name="connsiteX399" fmla="*/ 1175553 w 2652368"/>
                <a:gd name="connsiteY399" fmla="*/ 82479 h 333742"/>
                <a:gd name="connsiteX400" fmla="*/ 1047998 w 2652368"/>
                <a:gd name="connsiteY400" fmla="*/ 82479 h 333742"/>
                <a:gd name="connsiteX401" fmla="*/ 1076842 w 2652368"/>
                <a:gd name="connsiteY401" fmla="*/ 43380 h 333742"/>
                <a:gd name="connsiteX402" fmla="*/ 643541 w 2652368"/>
                <a:gd name="connsiteY402" fmla="*/ 42739 h 333742"/>
                <a:gd name="connsiteX403" fmla="*/ 737765 w 2652368"/>
                <a:gd name="connsiteY403" fmla="*/ 43380 h 333742"/>
                <a:gd name="connsiteX404" fmla="*/ 698665 w 2652368"/>
                <a:gd name="connsiteY404" fmla="*/ 85685 h 333742"/>
                <a:gd name="connsiteX405" fmla="*/ 601237 w 2652368"/>
                <a:gd name="connsiteY405" fmla="*/ 85044 h 333742"/>
                <a:gd name="connsiteX406" fmla="*/ 643541 w 2652368"/>
                <a:gd name="connsiteY406" fmla="*/ 42739 h 333742"/>
                <a:gd name="connsiteX407" fmla="*/ 783915 w 2652368"/>
                <a:gd name="connsiteY407" fmla="*/ 42738 h 333742"/>
                <a:gd name="connsiteX408" fmla="*/ 883268 w 2652368"/>
                <a:gd name="connsiteY408" fmla="*/ 43379 h 333742"/>
                <a:gd name="connsiteX409" fmla="*/ 847373 w 2652368"/>
                <a:gd name="connsiteY409" fmla="*/ 85684 h 333742"/>
                <a:gd name="connsiteX410" fmla="*/ 751226 w 2652368"/>
                <a:gd name="connsiteY410" fmla="*/ 85043 h 333742"/>
                <a:gd name="connsiteX411" fmla="*/ 783915 w 2652368"/>
                <a:gd name="connsiteY411" fmla="*/ 42738 h 333742"/>
                <a:gd name="connsiteX412" fmla="*/ 496757 w 2652368"/>
                <a:gd name="connsiteY412" fmla="*/ 42097 h 333742"/>
                <a:gd name="connsiteX413" fmla="*/ 592262 w 2652368"/>
                <a:gd name="connsiteY413" fmla="*/ 42739 h 333742"/>
                <a:gd name="connsiteX414" fmla="*/ 547394 w 2652368"/>
                <a:gd name="connsiteY414" fmla="*/ 85044 h 333742"/>
                <a:gd name="connsiteX415" fmla="*/ 451889 w 2652368"/>
                <a:gd name="connsiteY415" fmla="*/ 84402 h 333742"/>
                <a:gd name="connsiteX416" fmla="*/ 496757 w 2652368"/>
                <a:gd name="connsiteY416" fmla="*/ 42097 h 333742"/>
                <a:gd name="connsiteX417" fmla="*/ 352537 w 2652368"/>
                <a:gd name="connsiteY417" fmla="*/ 42097 h 333742"/>
                <a:gd name="connsiteX418" fmla="*/ 444837 w 2652368"/>
                <a:gd name="connsiteY418" fmla="*/ 42738 h 333742"/>
                <a:gd name="connsiteX419" fmla="*/ 401252 w 2652368"/>
                <a:gd name="connsiteY419" fmla="*/ 85684 h 333742"/>
                <a:gd name="connsiteX420" fmla="*/ 301900 w 2652368"/>
                <a:gd name="connsiteY420" fmla="*/ 85043 h 333742"/>
                <a:gd name="connsiteX421" fmla="*/ 352537 w 2652368"/>
                <a:gd name="connsiteY421" fmla="*/ 42097 h 333742"/>
                <a:gd name="connsiteX422" fmla="*/ 229870 w 2652368"/>
                <a:gd name="connsiteY422" fmla="*/ 39344 h 333742"/>
                <a:gd name="connsiteX423" fmla="*/ 296772 w 2652368"/>
                <a:gd name="connsiteY423" fmla="*/ 45303 h 333742"/>
                <a:gd name="connsiteX424" fmla="*/ 253186 w 2652368"/>
                <a:gd name="connsiteY424" fmla="*/ 85684 h 333742"/>
                <a:gd name="connsiteX425" fmla="*/ 151270 w 2652368"/>
                <a:gd name="connsiteY425" fmla="*/ 85043 h 333742"/>
                <a:gd name="connsiteX426" fmla="*/ 229870 w 2652368"/>
                <a:gd name="connsiteY426" fmla="*/ 39344 h 333742"/>
                <a:gd name="connsiteX427" fmla="*/ 1149914 w 2652368"/>
                <a:gd name="connsiteY427" fmla="*/ 5561 h 333742"/>
                <a:gd name="connsiteX428" fmla="*/ 1242856 w 2652368"/>
                <a:gd name="connsiteY428" fmla="*/ 5561 h 333742"/>
                <a:gd name="connsiteX429" fmla="*/ 1253753 w 2652368"/>
                <a:gd name="connsiteY429" fmla="*/ 17099 h 333742"/>
                <a:gd name="connsiteX430" fmla="*/ 1242856 w 2652368"/>
                <a:gd name="connsiteY430" fmla="*/ 31841 h 333742"/>
                <a:gd name="connsiteX431" fmla="*/ 1194783 w 2652368"/>
                <a:gd name="connsiteY431" fmla="*/ 32482 h 333742"/>
                <a:gd name="connsiteX432" fmla="*/ 1149914 w 2652368"/>
                <a:gd name="connsiteY432" fmla="*/ 31841 h 333742"/>
                <a:gd name="connsiteX433" fmla="*/ 1137095 w 2652368"/>
                <a:gd name="connsiteY433" fmla="*/ 19022 h 333742"/>
                <a:gd name="connsiteX434" fmla="*/ 1149914 w 2652368"/>
                <a:gd name="connsiteY434" fmla="*/ 5561 h 333742"/>
                <a:gd name="connsiteX435" fmla="*/ 2398300 w 2652368"/>
                <a:gd name="connsiteY435" fmla="*/ 5401 h 333742"/>
                <a:gd name="connsiteX436" fmla="*/ 2461356 w 2652368"/>
                <a:gd name="connsiteY436" fmla="*/ 26714 h 333742"/>
                <a:gd name="connsiteX437" fmla="*/ 2331878 w 2652368"/>
                <a:gd name="connsiteY437" fmla="*/ 6202 h 333742"/>
                <a:gd name="connsiteX438" fmla="*/ 2398300 w 2652368"/>
                <a:gd name="connsiteY438" fmla="*/ 5401 h 333742"/>
                <a:gd name="connsiteX439" fmla="*/ 2240910 w 2652368"/>
                <a:gd name="connsiteY439" fmla="*/ 4950 h 333742"/>
                <a:gd name="connsiteX440" fmla="*/ 2324828 w 2652368"/>
                <a:gd name="connsiteY440" fmla="*/ 35687 h 333742"/>
                <a:gd name="connsiteX441" fmla="*/ 2193427 w 2652368"/>
                <a:gd name="connsiteY441" fmla="*/ 12612 h 333742"/>
                <a:gd name="connsiteX442" fmla="*/ 2240910 w 2652368"/>
                <a:gd name="connsiteY442" fmla="*/ 4950 h 333742"/>
                <a:gd name="connsiteX443" fmla="*/ 1557576 w 2652368"/>
                <a:gd name="connsiteY443" fmla="*/ 4921 h 333742"/>
                <a:gd name="connsiteX444" fmla="*/ 1637699 w 2652368"/>
                <a:gd name="connsiteY444" fmla="*/ 5562 h 333742"/>
                <a:gd name="connsiteX445" fmla="*/ 1661415 w 2652368"/>
                <a:gd name="connsiteY445" fmla="*/ 22868 h 333742"/>
                <a:gd name="connsiteX446" fmla="*/ 1655646 w 2652368"/>
                <a:gd name="connsiteY446" fmla="*/ 33124 h 333742"/>
                <a:gd name="connsiteX447" fmla="*/ 1557576 w 2652368"/>
                <a:gd name="connsiteY447" fmla="*/ 32483 h 333742"/>
                <a:gd name="connsiteX448" fmla="*/ 1538988 w 2652368"/>
                <a:gd name="connsiteY448" fmla="*/ 16459 h 333742"/>
                <a:gd name="connsiteX449" fmla="*/ 1557576 w 2652368"/>
                <a:gd name="connsiteY449" fmla="*/ 4921 h 333742"/>
                <a:gd name="connsiteX450" fmla="*/ 1421689 w 2652368"/>
                <a:gd name="connsiteY450" fmla="*/ 4921 h 333742"/>
                <a:gd name="connsiteX451" fmla="*/ 1505016 w 2652368"/>
                <a:gd name="connsiteY451" fmla="*/ 5562 h 333742"/>
                <a:gd name="connsiteX452" fmla="*/ 1526168 w 2652368"/>
                <a:gd name="connsiteY452" fmla="*/ 24150 h 333742"/>
                <a:gd name="connsiteX453" fmla="*/ 1520400 w 2652368"/>
                <a:gd name="connsiteY453" fmla="*/ 33124 h 333742"/>
                <a:gd name="connsiteX454" fmla="*/ 1421689 w 2652368"/>
                <a:gd name="connsiteY454" fmla="*/ 32483 h 333742"/>
                <a:gd name="connsiteX455" fmla="*/ 1405024 w 2652368"/>
                <a:gd name="connsiteY455" fmla="*/ 18381 h 333742"/>
                <a:gd name="connsiteX456" fmla="*/ 1421689 w 2652368"/>
                <a:gd name="connsiteY456" fmla="*/ 4921 h 333742"/>
                <a:gd name="connsiteX457" fmla="*/ 2020523 w 2652368"/>
                <a:gd name="connsiteY457" fmla="*/ 4920 h 333742"/>
                <a:gd name="connsiteX458" fmla="*/ 2058181 w 2652368"/>
                <a:gd name="connsiteY458" fmla="*/ 29277 h 333742"/>
                <a:gd name="connsiteX459" fmla="*/ 1937677 w 2652368"/>
                <a:gd name="connsiteY459" fmla="*/ 9407 h 333742"/>
                <a:gd name="connsiteX460" fmla="*/ 2020523 w 2652368"/>
                <a:gd name="connsiteY460" fmla="*/ 4920 h 333742"/>
                <a:gd name="connsiteX461" fmla="*/ 2107156 w 2652368"/>
                <a:gd name="connsiteY461" fmla="*/ 4429 h 333742"/>
                <a:gd name="connsiteX462" fmla="*/ 2192787 w 2652368"/>
                <a:gd name="connsiteY462" fmla="*/ 36970 h 333742"/>
                <a:gd name="connsiteX463" fmla="*/ 2061386 w 2652368"/>
                <a:gd name="connsiteY463" fmla="*/ 13253 h 333742"/>
                <a:gd name="connsiteX464" fmla="*/ 2107156 w 2652368"/>
                <a:gd name="connsiteY464" fmla="*/ 4429 h 333742"/>
                <a:gd name="connsiteX465" fmla="*/ 888716 w 2652368"/>
                <a:gd name="connsiteY465" fmla="*/ 4359 h 333742"/>
                <a:gd name="connsiteX466" fmla="*/ 993516 w 2652368"/>
                <a:gd name="connsiteY466" fmla="*/ 5562 h 333742"/>
                <a:gd name="connsiteX467" fmla="*/ 968518 w 2652368"/>
                <a:gd name="connsiteY467" fmla="*/ 31201 h 333742"/>
                <a:gd name="connsiteX468" fmla="*/ 866602 w 2652368"/>
                <a:gd name="connsiteY468" fmla="*/ 32483 h 333742"/>
                <a:gd name="connsiteX469" fmla="*/ 888716 w 2652368"/>
                <a:gd name="connsiteY469" fmla="*/ 4359 h 333742"/>
                <a:gd name="connsiteX470" fmla="*/ 1331312 w 2652368"/>
                <a:gd name="connsiteY470" fmla="*/ 4279 h 333742"/>
                <a:gd name="connsiteX471" fmla="*/ 1372334 w 2652368"/>
                <a:gd name="connsiteY471" fmla="*/ 4920 h 333742"/>
                <a:gd name="connsiteX472" fmla="*/ 1389641 w 2652368"/>
                <a:gd name="connsiteY472" fmla="*/ 18381 h 333742"/>
                <a:gd name="connsiteX473" fmla="*/ 1373616 w 2652368"/>
                <a:gd name="connsiteY473" fmla="*/ 32483 h 333742"/>
                <a:gd name="connsiteX474" fmla="*/ 1287725 w 2652368"/>
                <a:gd name="connsiteY474" fmla="*/ 32483 h 333742"/>
                <a:gd name="connsiteX475" fmla="*/ 1270419 w 2652368"/>
                <a:gd name="connsiteY475" fmla="*/ 19022 h 333742"/>
                <a:gd name="connsiteX476" fmla="*/ 1289648 w 2652368"/>
                <a:gd name="connsiteY476" fmla="*/ 4920 h 333742"/>
                <a:gd name="connsiteX477" fmla="*/ 1331312 w 2652368"/>
                <a:gd name="connsiteY477" fmla="*/ 4279 h 333742"/>
                <a:gd name="connsiteX478" fmla="*/ 1759405 w 2652368"/>
                <a:gd name="connsiteY478" fmla="*/ 3799 h 333742"/>
                <a:gd name="connsiteX479" fmla="*/ 1790252 w 2652368"/>
                <a:gd name="connsiteY479" fmla="*/ 27996 h 333742"/>
                <a:gd name="connsiteX480" fmla="*/ 1674235 w 2652368"/>
                <a:gd name="connsiteY480" fmla="*/ 7485 h 333742"/>
                <a:gd name="connsiteX481" fmla="*/ 1759405 w 2652368"/>
                <a:gd name="connsiteY481" fmla="*/ 3799 h 333742"/>
                <a:gd name="connsiteX482" fmla="*/ 1117224 w 2652368"/>
                <a:gd name="connsiteY482" fmla="*/ 3638 h 333742"/>
                <a:gd name="connsiteX483" fmla="*/ 1124916 w 2652368"/>
                <a:gd name="connsiteY483" fmla="*/ 13253 h 333742"/>
                <a:gd name="connsiteX484" fmla="*/ 1105045 w 2652368"/>
                <a:gd name="connsiteY484" fmla="*/ 31201 h 333742"/>
                <a:gd name="connsiteX485" fmla="*/ 1003771 w 2652368"/>
                <a:gd name="connsiteY485" fmla="*/ 31842 h 333742"/>
                <a:gd name="connsiteX486" fmla="*/ 998643 w 2652368"/>
                <a:gd name="connsiteY486" fmla="*/ 20945 h 333742"/>
                <a:gd name="connsiteX487" fmla="*/ 1021718 w 2652368"/>
                <a:gd name="connsiteY487" fmla="*/ 4280 h 333742"/>
                <a:gd name="connsiteX488" fmla="*/ 1117224 w 2652368"/>
                <a:gd name="connsiteY488" fmla="*/ 3638 h 333742"/>
                <a:gd name="connsiteX489" fmla="*/ 1848320 w 2652368"/>
                <a:gd name="connsiteY489" fmla="*/ 2697 h 333742"/>
                <a:gd name="connsiteX490" fmla="*/ 1924216 w 2652368"/>
                <a:gd name="connsiteY490" fmla="*/ 29919 h 333742"/>
                <a:gd name="connsiteX491" fmla="*/ 1806917 w 2652368"/>
                <a:gd name="connsiteY491" fmla="*/ 10049 h 333742"/>
                <a:gd name="connsiteX492" fmla="*/ 1848320 w 2652368"/>
                <a:gd name="connsiteY492" fmla="*/ 2697 h 333742"/>
                <a:gd name="connsiteX493" fmla="*/ 360550 w 2652368"/>
                <a:gd name="connsiteY493" fmla="*/ 1876 h 333742"/>
                <a:gd name="connsiteX494" fmla="*/ 446120 w 2652368"/>
                <a:gd name="connsiteY494" fmla="*/ 6203 h 333742"/>
                <a:gd name="connsiteX495" fmla="*/ 323052 w 2652368"/>
                <a:gd name="connsiteY495" fmla="*/ 27355 h 333742"/>
                <a:gd name="connsiteX496" fmla="*/ 360550 w 2652368"/>
                <a:gd name="connsiteY496" fmla="*/ 1876 h 333742"/>
                <a:gd name="connsiteX497" fmla="*/ 716613 w 2652368"/>
                <a:gd name="connsiteY497" fmla="*/ 1716 h 333742"/>
                <a:gd name="connsiteX498" fmla="*/ 595468 w 2652368"/>
                <a:gd name="connsiteY498" fmla="*/ 23509 h 333742"/>
                <a:gd name="connsiteX499" fmla="*/ 716613 w 2652368"/>
                <a:gd name="connsiteY499" fmla="*/ 1716 h 333742"/>
                <a:gd name="connsiteX500" fmla="*/ 800382 w 2652368"/>
                <a:gd name="connsiteY500" fmla="*/ 1645 h 333742"/>
                <a:gd name="connsiteX501" fmla="*/ 859552 w 2652368"/>
                <a:gd name="connsiteY501" fmla="*/ 6843 h 333742"/>
                <a:gd name="connsiteX502" fmla="*/ 833913 w 2652368"/>
                <a:gd name="connsiteY502" fmla="*/ 30559 h 333742"/>
                <a:gd name="connsiteX503" fmla="*/ 730074 w 2652368"/>
                <a:gd name="connsiteY503" fmla="*/ 31841 h 333742"/>
                <a:gd name="connsiteX504" fmla="*/ 800382 w 2652368"/>
                <a:gd name="connsiteY504" fmla="*/ 1645 h 333742"/>
                <a:gd name="connsiteX505" fmla="*/ 529888 w 2652368"/>
                <a:gd name="connsiteY505" fmla="*/ 603 h 333742"/>
                <a:gd name="connsiteX506" fmla="*/ 581367 w 2652368"/>
                <a:gd name="connsiteY506" fmla="*/ 6202 h 333742"/>
                <a:gd name="connsiteX507" fmla="*/ 459581 w 2652368"/>
                <a:gd name="connsiteY507" fmla="*/ 28637 h 333742"/>
                <a:gd name="connsiteX508" fmla="*/ 529888 w 2652368"/>
                <a:gd name="connsiteY508" fmla="*/ 603 h 333742"/>
                <a:gd name="connsiteX509" fmla="*/ 310875 w 2652368"/>
                <a:gd name="connsiteY509" fmla="*/ 434 h 333742"/>
                <a:gd name="connsiteX510" fmla="*/ 179474 w 2652368"/>
                <a:gd name="connsiteY510" fmla="*/ 24151 h 333742"/>
                <a:gd name="connsiteX511" fmla="*/ 310875 w 2652368"/>
                <a:gd name="connsiteY511" fmla="*/ 434 h 333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</a:cxnLst>
              <a:rect l="l" t="t" r="r" b="b"/>
              <a:pathLst>
                <a:path w="2652368" h="333742">
                  <a:moveTo>
                    <a:pt x="2048566" y="278539"/>
                  </a:moveTo>
                  <a:cubicBezTo>
                    <a:pt x="2074846" y="278458"/>
                    <a:pt x="2101126" y="278939"/>
                    <a:pt x="2127406" y="281182"/>
                  </a:cubicBezTo>
                  <a:cubicBezTo>
                    <a:pt x="2140226" y="282464"/>
                    <a:pt x="2150481" y="307463"/>
                    <a:pt x="2162660" y="321564"/>
                  </a:cubicBezTo>
                  <a:cubicBezTo>
                    <a:pt x="2160096" y="324128"/>
                    <a:pt x="2158173" y="327333"/>
                    <a:pt x="2156250" y="331178"/>
                  </a:cubicBezTo>
                  <a:cubicBezTo>
                    <a:pt x="2102408" y="331178"/>
                    <a:pt x="2049207" y="333742"/>
                    <a:pt x="1996006" y="329256"/>
                  </a:cubicBezTo>
                  <a:cubicBezTo>
                    <a:pt x="1983827" y="327974"/>
                    <a:pt x="1974213" y="301694"/>
                    <a:pt x="1963316" y="286951"/>
                  </a:cubicBezTo>
                  <a:cubicBezTo>
                    <a:pt x="1965239" y="284388"/>
                    <a:pt x="1967803" y="281824"/>
                    <a:pt x="1969726" y="279260"/>
                  </a:cubicBezTo>
                  <a:cubicBezTo>
                    <a:pt x="1996006" y="279260"/>
                    <a:pt x="2022286" y="278619"/>
                    <a:pt x="2048566" y="278539"/>
                  </a:cubicBezTo>
                  <a:close/>
                  <a:moveTo>
                    <a:pt x="517269" y="277977"/>
                  </a:moveTo>
                  <a:cubicBezTo>
                    <a:pt x="552523" y="277977"/>
                    <a:pt x="587136" y="277977"/>
                    <a:pt x="622390" y="277977"/>
                  </a:cubicBezTo>
                  <a:cubicBezTo>
                    <a:pt x="615980" y="331178"/>
                    <a:pt x="614057" y="333101"/>
                    <a:pt x="565984" y="333101"/>
                  </a:cubicBezTo>
                  <a:cubicBezTo>
                    <a:pt x="532012" y="333101"/>
                    <a:pt x="498039" y="333101"/>
                    <a:pt x="461504" y="333101"/>
                  </a:cubicBezTo>
                  <a:cubicBezTo>
                    <a:pt x="469837" y="279900"/>
                    <a:pt x="472400" y="277977"/>
                    <a:pt x="517269" y="277977"/>
                  </a:cubicBezTo>
                  <a:close/>
                  <a:moveTo>
                    <a:pt x="353819" y="277977"/>
                  </a:moveTo>
                  <a:cubicBezTo>
                    <a:pt x="388433" y="277336"/>
                    <a:pt x="421764" y="277977"/>
                    <a:pt x="458299" y="277977"/>
                  </a:cubicBezTo>
                  <a:cubicBezTo>
                    <a:pt x="443556" y="333742"/>
                    <a:pt x="443556" y="333742"/>
                    <a:pt x="393560" y="333742"/>
                  </a:cubicBezTo>
                  <a:cubicBezTo>
                    <a:pt x="360229" y="333742"/>
                    <a:pt x="326258" y="333742"/>
                    <a:pt x="291645" y="333742"/>
                  </a:cubicBezTo>
                  <a:cubicBezTo>
                    <a:pt x="303183" y="281182"/>
                    <a:pt x="306388" y="278618"/>
                    <a:pt x="353819" y="277977"/>
                  </a:cubicBezTo>
                  <a:close/>
                  <a:moveTo>
                    <a:pt x="1709408" y="277898"/>
                  </a:moveTo>
                  <a:cubicBezTo>
                    <a:pt x="1732884" y="277817"/>
                    <a:pt x="1754998" y="278298"/>
                    <a:pt x="1776791" y="280541"/>
                  </a:cubicBezTo>
                  <a:cubicBezTo>
                    <a:pt x="1787046" y="281823"/>
                    <a:pt x="1794738" y="306822"/>
                    <a:pt x="1803712" y="320282"/>
                  </a:cubicBezTo>
                  <a:cubicBezTo>
                    <a:pt x="1801148" y="324128"/>
                    <a:pt x="1798584" y="327973"/>
                    <a:pt x="1796661" y="331819"/>
                  </a:cubicBezTo>
                  <a:cubicBezTo>
                    <a:pt x="1752434" y="331819"/>
                    <a:pt x="1708206" y="334383"/>
                    <a:pt x="1663979" y="329897"/>
                  </a:cubicBezTo>
                  <a:cubicBezTo>
                    <a:pt x="1653723" y="328615"/>
                    <a:pt x="1646672" y="302334"/>
                    <a:pt x="1633853" y="278619"/>
                  </a:cubicBezTo>
                  <a:cubicBezTo>
                    <a:pt x="1661095" y="278619"/>
                    <a:pt x="1685933" y="277978"/>
                    <a:pt x="1709408" y="277898"/>
                  </a:cubicBezTo>
                  <a:close/>
                  <a:moveTo>
                    <a:pt x="2225797" y="277657"/>
                  </a:moveTo>
                  <a:cubicBezTo>
                    <a:pt x="2247751" y="277497"/>
                    <a:pt x="2269704" y="277977"/>
                    <a:pt x="2291497" y="280541"/>
                  </a:cubicBezTo>
                  <a:cubicBezTo>
                    <a:pt x="2304317" y="281823"/>
                    <a:pt x="2314572" y="306821"/>
                    <a:pt x="2325469" y="320923"/>
                  </a:cubicBezTo>
                  <a:cubicBezTo>
                    <a:pt x="2323546" y="324127"/>
                    <a:pt x="2321623" y="327333"/>
                    <a:pt x="2319700" y="330537"/>
                  </a:cubicBezTo>
                  <a:cubicBezTo>
                    <a:pt x="2277395" y="330537"/>
                    <a:pt x="2234450" y="334383"/>
                    <a:pt x="2193427" y="328615"/>
                  </a:cubicBezTo>
                  <a:cubicBezTo>
                    <a:pt x="2178685" y="326691"/>
                    <a:pt x="2167148" y="302334"/>
                    <a:pt x="2153687" y="288874"/>
                  </a:cubicBezTo>
                  <a:cubicBezTo>
                    <a:pt x="2155609" y="285669"/>
                    <a:pt x="2158174" y="282464"/>
                    <a:pt x="2160097" y="278618"/>
                  </a:cubicBezTo>
                  <a:cubicBezTo>
                    <a:pt x="2181890" y="278618"/>
                    <a:pt x="2203843" y="277817"/>
                    <a:pt x="2225797" y="277657"/>
                  </a:cubicBezTo>
                  <a:close/>
                  <a:moveTo>
                    <a:pt x="2545325" y="277416"/>
                  </a:moveTo>
                  <a:cubicBezTo>
                    <a:pt x="2567439" y="277176"/>
                    <a:pt x="2588271" y="277657"/>
                    <a:pt x="2608782" y="280541"/>
                  </a:cubicBezTo>
                  <a:cubicBezTo>
                    <a:pt x="2624806" y="282464"/>
                    <a:pt x="2637626" y="306180"/>
                    <a:pt x="2652368" y="320282"/>
                  </a:cubicBezTo>
                  <a:cubicBezTo>
                    <a:pt x="2651086" y="322846"/>
                    <a:pt x="2649804" y="326050"/>
                    <a:pt x="2647881" y="328614"/>
                  </a:cubicBezTo>
                  <a:cubicBezTo>
                    <a:pt x="2602372" y="328614"/>
                    <a:pt x="2556221" y="331819"/>
                    <a:pt x="2511353" y="326691"/>
                  </a:cubicBezTo>
                  <a:cubicBezTo>
                    <a:pt x="2499815" y="324768"/>
                    <a:pt x="2490201" y="299129"/>
                    <a:pt x="2474176" y="278618"/>
                  </a:cubicBezTo>
                  <a:cubicBezTo>
                    <a:pt x="2499815" y="278618"/>
                    <a:pt x="2523211" y="277656"/>
                    <a:pt x="2545325" y="277416"/>
                  </a:cubicBezTo>
                  <a:close/>
                  <a:moveTo>
                    <a:pt x="686487" y="277336"/>
                  </a:moveTo>
                  <a:cubicBezTo>
                    <a:pt x="720459" y="277336"/>
                    <a:pt x="753790" y="277336"/>
                    <a:pt x="787762" y="277336"/>
                  </a:cubicBezTo>
                  <a:cubicBezTo>
                    <a:pt x="785839" y="331178"/>
                    <a:pt x="783275" y="333101"/>
                    <a:pt x="735202" y="333101"/>
                  </a:cubicBezTo>
                  <a:cubicBezTo>
                    <a:pt x="699948" y="333101"/>
                    <a:pt x="665335" y="333101"/>
                    <a:pt x="627517" y="333101"/>
                  </a:cubicBezTo>
                  <a:cubicBezTo>
                    <a:pt x="640978" y="277978"/>
                    <a:pt x="640978" y="277978"/>
                    <a:pt x="686487" y="277336"/>
                  </a:cubicBezTo>
                  <a:close/>
                  <a:moveTo>
                    <a:pt x="69226" y="277336"/>
                  </a:moveTo>
                  <a:cubicBezTo>
                    <a:pt x="142938" y="277336"/>
                    <a:pt x="216009" y="277336"/>
                    <a:pt x="290363" y="277336"/>
                  </a:cubicBezTo>
                  <a:cubicBezTo>
                    <a:pt x="279466" y="328614"/>
                    <a:pt x="274979" y="333101"/>
                    <a:pt x="230111" y="333101"/>
                  </a:cubicBezTo>
                  <a:cubicBezTo>
                    <a:pt x="164090" y="333101"/>
                    <a:pt x="97429" y="333101"/>
                    <a:pt x="31408" y="333101"/>
                  </a:cubicBezTo>
                  <a:cubicBezTo>
                    <a:pt x="21153" y="333101"/>
                    <a:pt x="10896" y="332460"/>
                    <a:pt x="0" y="331819"/>
                  </a:cubicBezTo>
                  <a:cubicBezTo>
                    <a:pt x="16665" y="281182"/>
                    <a:pt x="21153" y="277336"/>
                    <a:pt x="69226" y="277336"/>
                  </a:cubicBezTo>
                  <a:close/>
                  <a:moveTo>
                    <a:pt x="1870534" y="277016"/>
                  </a:moveTo>
                  <a:cubicBezTo>
                    <a:pt x="1893128" y="276855"/>
                    <a:pt x="1914280" y="277336"/>
                    <a:pt x="1935112" y="279900"/>
                  </a:cubicBezTo>
                  <a:cubicBezTo>
                    <a:pt x="1947932" y="281823"/>
                    <a:pt x="1957546" y="306821"/>
                    <a:pt x="1969084" y="320922"/>
                  </a:cubicBezTo>
                  <a:cubicBezTo>
                    <a:pt x="1967161" y="324128"/>
                    <a:pt x="1965238" y="327332"/>
                    <a:pt x="1963315" y="329896"/>
                  </a:cubicBezTo>
                  <a:cubicBezTo>
                    <a:pt x="1917806" y="329896"/>
                    <a:pt x="1872297" y="332460"/>
                    <a:pt x="1827428" y="327974"/>
                  </a:cubicBezTo>
                  <a:cubicBezTo>
                    <a:pt x="1817172" y="326692"/>
                    <a:pt x="1810121" y="299771"/>
                    <a:pt x="1797302" y="277977"/>
                  </a:cubicBezTo>
                  <a:cubicBezTo>
                    <a:pt x="1823903" y="277977"/>
                    <a:pt x="1847939" y="277176"/>
                    <a:pt x="1870534" y="277016"/>
                  </a:cubicBezTo>
                  <a:close/>
                  <a:moveTo>
                    <a:pt x="2384278" y="276775"/>
                  </a:moveTo>
                  <a:cubicBezTo>
                    <a:pt x="2404468" y="276535"/>
                    <a:pt x="2424499" y="277016"/>
                    <a:pt x="2444048" y="279900"/>
                  </a:cubicBezTo>
                  <a:cubicBezTo>
                    <a:pt x="2460714" y="282463"/>
                    <a:pt x="2474816" y="305539"/>
                    <a:pt x="2490200" y="318999"/>
                  </a:cubicBezTo>
                  <a:cubicBezTo>
                    <a:pt x="2488276" y="322205"/>
                    <a:pt x="2486354" y="325409"/>
                    <a:pt x="2484430" y="329255"/>
                  </a:cubicBezTo>
                  <a:cubicBezTo>
                    <a:pt x="2439562" y="329255"/>
                    <a:pt x="2394693" y="332460"/>
                    <a:pt x="2349825" y="327332"/>
                  </a:cubicBezTo>
                  <a:cubicBezTo>
                    <a:pt x="2337647" y="326050"/>
                    <a:pt x="2327391" y="301052"/>
                    <a:pt x="2316494" y="286310"/>
                  </a:cubicBezTo>
                  <a:cubicBezTo>
                    <a:pt x="2319699" y="283105"/>
                    <a:pt x="2321622" y="280541"/>
                    <a:pt x="2323545" y="277977"/>
                  </a:cubicBezTo>
                  <a:cubicBezTo>
                    <a:pt x="2343736" y="277977"/>
                    <a:pt x="2364087" y="277015"/>
                    <a:pt x="2384278" y="276775"/>
                  </a:cubicBezTo>
                  <a:close/>
                  <a:moveTo>
                    <a:pt x="848655" y="276695"/>
                  </a:moveTo>
                  <a:cubicBezTo>
                    <a:pt x="1095432" y="276695"/>
                    <a:pt x="1342208" y="276695"/>
                    <a:pt x="1588985" y="277337"/>
                  </a:cubicBezTo>
                  <a:cubicBezTo>
                    <a:pt x="1630649" y="277337"/>
                    <a:pt x="1633213" y="280541"/>
                    <a:pt x="1630007" y="329897"/>
                  </a:cubicBezTo>
                  <a:cubicBezTo>
                    <a:pt x="1353105" y="329897"/>
                    <a:pt x="1076843" y="329897"/>
                    <a:pt x="799941" y="329897"/>
                  </a:cubicBezTo>
                  <a:cubicBezTo>
                    <a:pt x="801223" y="279900"/>
                    <a:pt x="803146" y="276695"/>
                    <a:pt x="848655" y="276695"/>
                  </a:cubicBezTo>
                  <a:close/>
                  <a:moveTo>
                    <a:pt x="1376820" y="216444"/>
                  </a:moveTo>
                  <a:cubicBezTo>
                    <a:pt x="1430662" y="216444"/>
                    <a:pt x="1476172" y="216444"/>
                    <a:pt x="1522963" y="216444"/>
                  </a:cubicBezTo>
                  <a:cubicBezTo>
                    <a:pt x="1525527" y="230546"/>
                    <a:pt x="1527450" y="244006"/>
                    <a:pt x="1530655" y="263235"/>
                  </a:cubicBezTo>
                  <a:cubicBezTo>
                    <a:pt x="1483864" y="263235"/>
                    <a:pt x="1439636" y="265158"/>
                    <a:pt x="1396049" y="261312"/>
                  </a:cubicBezTo>
                  <a:cubicBezTo>
                    <a:pt x="1389639" y="260671"/>
                    <a:pt x="1384512" y="235673"/>
                    <a:pt x="1376820" y="216444"/>
                  </a:cubicBezTo>
                  <a:close/>
                  <a:moveTo>
                    <a:pt x="1768377" y="215322"/>
                  </a:moveTo>
                  <a:cubicBezTo>
                    <a:pt x="1790732" y="215322"/>
                    <a:pt x="1813006" y="215803"/>
                    <a:pt x="1835119" y="217726"/>
                  </a:cubicBezTo>
                  <a:cubicBezTo>
                    <a:pt x="1842170" y="218367"/>
                    <a:pt x="1847298" y="243365"/>
                    <a:pt x="1856913" y="263876"/>
                  </a:cubicBezTo>
                  <a:cubicBezTo>
                    <a:pt x="1807557" y="263876"/>
                    <a:pt x="1767817" y="266440"/>
                    <a:pt x="1728717" y="261953"/>
                  </a:cubicBezTo>
                  <a:cubicBezTo>
                    <a:pt x="1716538" y="260671"/>
                    <a:pt x="1706283" y="239519"/>
                    <a:pt x="1694745" y="227982"/>
                  </a:cubicBezTo>
                  <a:cubicBezTo>
                    <a:pt x="1696668" y="224136"/>
                    <a:pt x="1699232" y="219649"/>
                    <a:pt x="1701155" y="215803"/>
                  </a:cubicBezTo>
                  <a:cubicBezTo>
                    <a:pt x="1723589" y="215803"/>
                    <a:pt x="1746023" y="215322"/>
                    <a:pt x="1768377" y="215322"/>
                  </a:cubicBezTo>
                  <a:close/>
                  <a:moveTo>
                    <a:pt x="2508708" y="214841"/>
                  </a:moveTo>
                  <a:cubicBezTo>
                    <a:pt x="2529620" y="214681"/>
                    <a:pt x="2550452" y="215162"/>
                    <a:pt x="2570963" y="217726"/>
                  </a:cubicBezTo>
                  <a:cubicBezTo>
                    <a:pt x="2585064" y="219648"/>
                    <a:pt x="2596602" y="241441"/>
                    <a:pt x="2610063" y="254261"/>
                  </a:cubicBezTo>
                  <a:cubicBezTo>
                    <a:pt x="2607498" y="256825"/>
                    <a:pt x="2605575" y="260670"/>
                    <a:pt x="2604293" y="263875"/>
                  </a:cubicBezTo>
                  <a:cubicBezTo>
                    <a:pt x="2563271" y="263875"/>
                    <a:pt x="2521608" y="267080"/>
                    <a:pt x="2481867" y="261952"/>
                  </a:cubicBezTo>
                  <a:cubicBezTo>
                    <a:pt x="2467124" y="260029"/>
                    <a:pt x="2454946" y="237595"/>
                    <a:pt x="2441485" y="224776"/>
                  </a:cubicBezTo>
                  <a:cubicBezTo>
                    <a:pt x="2442767" y="221571"/>
                    <a:pt x="2444690" y="218366"/>
                    <a:pt x="2445972" y="215802"/>
                  </a:cubicBezTo>
                  <a:cubicBezTo>
                    <a:pt x="2466804" y="215802"/>
                    <a:pt x="2487796" y="215001"/>
                    <a:pt x="2508708" y="214841"/>
                  </a:cubicBezTo>
                  <a:close/>
                  <a:moveTo>
                    <a:pt x="1545398" y="214521"/>
                  </a:moveTo>
                  <a:cubicBezTo>
                    <a:pt x="1585779" y="214521"/>
                    <a:pt x="1626161" y="213239"/>
                    <a:pt x="1666542" y="215161"/>
                  </a:cubicBezTo>
                  <a:cubicBezTo>
                    <a:pt x="1696027" y="216444"/>
                    <a:pt x="1685772" y="242083"/>
                    <a:pt x="1690900" y="263875"/>
                  </a:cubicBezTo>
                  <a:cubicBezTo>
                    <a:pt x="1646031" y="263875"/>
                    <a:pt x="1603727" y="266439"/>
                    <a:pt x="1562063" y="261953"/>
                  </a:cubicBezTo>
                  <a:cubicBezTo>
                    <a:pt x="1552449" y="260671"/>
                    <a:pt x="1544756" y="236955"/>
                    <a:pt x="1536424" y="223494"/>
                  </a:cubicBezTo>
                  <a:cubicBezTo>
                    <a:pt x="1539629" y="220290"/>
                    <a:pt x="1542834" y="217726"/>
                    <a:pt x="1545398" y="214521"/>
                  </a:cubicBezTo>
                  <a:close/>
                  <a:moveTo>
                    <a:pt x="2351028" y="214200"/>
                  </a:moveTo>
                  <a:cubicBezTo>
                    <a:pt x="2371459" y="214040"/>
                    <a:pt x="2391810" y="214521"/>
                    <a:pt x="2412001" y="217085"/>
                  </a:cubicBezTo>
                  <a:cubicBezTo>
                    <a:pt x="2426103" y="219007"/>
                    <a:pt x="2437000" y="241441"/>
                    <a:pt x="2449178" y="254260"/>
                  </a:cubicBezTo>
                  <a:cubicBezTo>
                    <a:pt x="2447255" y="256824"/>
                    <a:pt x="2445332" y="260029"/>
                    <a:pt x="2443409" y="263875"/>
                  </a:cubicBezTo>
                  <a:cubicBezTo>
                    <a:pt x="2403027" y="263875"/>
                    <a:pt x="2362646" y="267080"/>
                    <a:pt x="2322905" y="261953"/>
                  </a:cubicBezTo>
                  <a:cubicBezTo>
                    <a:pt x="2308803" y="260029"/>
                    <a:pt x="2296624" y="238236"/>
                    <a:pt x="2283805" y="226058"/>
                  </a:cubicBezTo>
                  <a:cubicBezTo>
                    <a:pt x="2285728" y="222212"/>
                    <a:pt x="2287651" y="219007"/>
                    <a:pt x="2289574" y="215161"/>
                  </a:cubicBezTo>
                  <a:cubicBezTo>
                    <a:pt x="2310085" y="215161"/>
                    <a:pt x="2330597" y="214360"/>
                    <a:pt x="2351028" y="214200"/>
                  </a:cubicBezTo>
                  <a:close/>
                  <a:moveTo>
                    <a:pt x="2136460" y="214040"/>
                  </a:moveTo>
                  <a:cubicBezTo>
                    <a:pt x="2174999" y="214040"/>
                    <a:pt x="2213297" y="214521"/>
                    <a:pt x="2251756" y="216444"/>
                  </a:cubicBezTo>
                  <a:cubicBezTo>
                    <a:pt x="2265216" y="217085"/>
                    <a:pt x="2278036" y="240160"/>
                    <a:pt x="2290855" y="252979"/>
                  </a:cubicBezTo>
                  <a:cubicBezTo>
                    <a:pt x="2288933" y="256825"/>
                    <a:pt x="2287010" y="260671"/>
                    <a:pt x="2285087" y="263876"/>
                  </a:cubicBezTo>
                  <a:cubicBezTo>
                    <a:pt x="2258166" y="263876"/>
                    <a:pt x="2231245" y="263876"/>
                    <a:pt x="2203682" y="263876"/>
                  </a:cubicBezTo>
                  <a:cubicBezTo>
                    <a:pt x="2158814" y="263876"/>
                    <a:pt x="2113945" y="263876"/>
                    <a:pt x="2069718" y="263876"/>
                  </a:cubicBezTo>
                  <a:cubicBezTo>
                    <a:pt x="2028696" y="263876"/>
                    <a:pt x="2027414" y="263235"/>
                    <a:pt x="2019722" y="214521"/>
                  </a:cubicBezTo>
                  <a:cubicBezTo>
                    <a:pt x="2059142" y="214521"/>
                    <a:pt x="2097921" y="214040"/>
                    <a:pt x="2136460" y="214040"/>
                  </a:cubicBezTo>
                  <a:close/>
                  <a:moveTo>
                    <a:pt x="1288205" y="214040"/>
                  </a:moveTo>
                  <a:cubicBezTo>
                    <a:pt x="1310159" y="214040"/>
                    <a:pt x="1331631" y="214521"/>
                    <a:pt x="1353104" y="216444"/>
                  </a:cubicBezTo>
                  <a:cubicBezTo>
                    <a:pt x="1360796" y="217726"/>
                    <a:pt x="1365283" y="242723"/>
                    <a:pt x="1374898" y="263876"/>
                  </a:cubicBezTo>
                  <a:cubicBezTo>
                    <a:pt x="1321055" y="263876"/>
                    <a:pt x="1280033" y="265798"/>
                    <a:pt x="1238369" y="263235"/>
                  </a:cubicBezTo>
                  <a:cubicBezTo>
                    <a:pt x="1203115" y="261312"/>
                    <a:pt x="1226831" y="235032"/>
                    <a:pt x="1220421" y="214521"/>
                  </a:cubicBezTo>
                  <a:cubicBezTo>
                    <a:pt x="1243817" y="214521"/>
                    <a:pt x="1266252" y="214040"/>
                    <a:pt x="1288205" y="214040"/>
                  </a:cubicBezTo>
                  <a:close/>
                  <a:moveTo>
                    <a:pt x="1100560" y="213880"/>
                  </a:moveTo>
                  <a:cubicBezTo>
                    <a:pt x="1133890" y="213880"/>
                    <a:pt x="1167862" y="213880"/>
                    <a:pt x="1200551" y="213880"/>
                  </a:cubicBezTo>
                  <a:cubicBezTo>
                    <a:pt x="1208884" y="262594"/>
                    <a:pt x="1208243" y="264517"/>
                    <a:pt x="1164657" y="264517"/>
                  </a:cubicBezTo>
                  <a:cubicBezTo>
                    <a:pt x="1130044" y="264517"/>
                    <a:pt x="1095431" y="264517"/>
                    <a:pt x="1060818" y="264517"/>
                  </a:cubicBezTo>
                  <a:cubicBezTo>
                    <a:pt x="1056973" y="215803"/>
                    <a:pt x="1058254" y="214522"/>
                    <a:pt x="1100560" y="213880"/>
                  </a:cubicBezTo>
                  <a:close/>
                  <a:moveTo>
                    <a:pt x="937110" y="213880"/>
                  </a:moveTo>
                  <a:cubicBezTo>
                    <a:pt x="971081" y="213880"/>
                    <a:pt x="1005053" y="213880"/>
                    <a:pt x="1040948" y="213880"/>
                  </a:cubicBezTo>
                  <a:cubicBezTo>
                    <a:pt x="1044794" y="263235"/>
                    <a:pt x="1044153" y="263876"/>
                    <a:pt x="1000567" y="263876"/>
                  </a:cubicBezTo>
                  <a:cubicBezTo>
                    <a:pt x="966595" y="263876"/>
                    <a:pt x="932623" y="263876"/>
                    <a:pt x="899292" y="263876"/>
                  </a:cubicBezTo>
                  <a:cubicBezTo>
                    <a:pt x="893523" y="218367"/>
                    <a:pt x="896728" y="213880"/>
                    <a:pt x="937110" y="213880"/>
                  </a:cubicBezTo>
                  <a:close/>
                  <a:moveTo>
                    <a:pt x="778146" y="213880"/>
                  </a:moveTo>
                  <a:cubicBezTo>
                    <a:pt x="812119" y="213880"/>
                    <a:pt x="845449" y="213880"/>
                    <a:pt x="878780" y="213880"/>
                  </a:cubicBezTo>
                  <a:cubicBezTo>
                    <a:pt x="884549" y="258748"/>
                    <a:pt x="880703" y="263876"/>
                    <a:pt x="840322" y="263876"/>
                  </a:cubicBezTo>
                  <a:cubicBezTo>
                    <a:pt x="804427" y="263876"/>
                    <a:pt x="769173" y="263876"/>
                    <a:pt x="733278" y="263876"/>
                  </a:cubicBezTo>
                  <a:cubicBezTo>
                    <a:pt x="736483" y="215803"/>
                    <a:pt x="737765" y="213880"/>
                    <a:pt x="778146" y="213880"/>
                  </a:cubicBezTo>
                  <a:close/>
                  <a:moveTo>
                    <a:pt x="616620" y="213880"/>
                  </a:moveTo>
                  <a:cubicBezTo>
                    <a:pt x="650592" y="213880"/>
                    <a:pt x="684564" y="213880"/>
                    <a:pt x="721099" y="213880"/>
                  </a:cubicBezTo>
                  <a:cubicBezTo>
                    <a:pt x="716613" y="263235"/>
                    <a:pt x="715972" y="263876"/>
                    <a:pt x="674308" y="263876"/>
                  </a:cubicBezTo>
                  <a:cubicBezTo>
                    <a:pt x="639695" y="263876"/>
                    <a:pt x="604442" y="263876"/>
                    <a:pt x="569188" y="263876"/>
                  </a:cubicBezTo>
                  <a:cubicBezTo>
                    <a:pt x="572393" y="217085"/>
                    <a:pt x="575598" y="213880"/>
                    <a:pt x="616620" y="213880"/>
                  </a:cubicBezTo>
                  <a:close/>
                  <a:moveTo>
                    <a:pt x="455094" y="213880"/>
                  </a:moveTo>
                  <a:cubicBezTo>
                    <a:pt x="489707" y="213880"/>
                    <a:pt x="524961" y="213880"/>
                    <a:pt x="560215" y="213880"/>
                  </a:cubicBezTo>
                  <a:cubicBezTo>
                    <a:pt x="552523" y="263235"/>
                    <a:pt x="551241" y="263876"/>
                    <a:pt x="508936" y="263876"/>
                  </a:cubicBezTo>
                  <a:cubicBezTo>
                    <a:pt x="473682" y="263876"/>
                    <a:pt x="439070" y="263876"/>
                    <a:pt x="403816" y="263876"/>
                  </a:cubicBezTo>
                  <a:cubicBezTo>
                    <a:pt x="410867" y="217726"/>
                    <a:pt x="414712" y="213880"/>
                    <a:pt x="455094" y="213880"/>
                  </a:cubicBezTo>
                  <a:close/>
                  <a:moveTo>
                    <a:pt x="1923254" y="213559"/>
                  </a:moveTo>
                  <a:cubicBezTo>
                    <a:pt x="1943926" y="213398"/>
                    <a:pt x="1964598" y="213879"/>
                    <a:pt x="1985109" y="216443"/>
                  </a:cubicBezTo>
                  <a:cubicBezTo>
                    <a:pt x="1997288" y="217725"/>
                    <a:pt x="2006902" y="241441"/>
                    <a:pt x="2017799" y="254261"/>
                  </a:cubicBezTo>
                  <a:cubicBezTo>
                    <a:pt x="2015235" y="257465"/>
                    <a:pt x="2012030" y="260671"/>
                    <a:pt x="2009466" y="263875"/>
                  </a:cubicBezTo>
                  <a:cubicBezTo>
                    <a:pt x="1969085" y="263875"/>
                    <a:pt x="1928062" y="267080"/>
                    <a:pt x="1888321" y="261953"/>
                  </a:cubicBezTo>
                  <a:cubicBezTo>
                    <a:pt x="1875502" y="260029"/>
                    <a:pt x="1865246" y="236954"/>
                    <a:pt x="1854349" y="223494"/>
                  </a:cubicBezTo>
                  <a:cubicBezTo>
                    <a:pt x="1856913" y="220289"/>
                    <a:pt x="1859477" y="217084"/>
                    <a:pt x="1861400" y="214520"/>
                  </a:cubicBezTo>
                  <a:cubicBezTo>
                    <a:pt x="1881911" y="214520"/>
                    <a:pt x="1902583" y="213719"/>
                    <a:pt x="1923254" y="213559"/>
                  </a:cubicBezTo>
                  <a:close/>
                  <a:moveTo>
                    <a:pt x="292926" y="212598"/>
                  </a:moveTo>
                  <a:cubicBezTo>
                    <a:pt x="327539" y="215803"/>
                    <a:pt x="362793" y="213239"/>
                    <a:pt x="398047" y="213239"/>
                  </a:cubicBezTo>
                  <a:cubicBezTo>
                    <a:pt x="387791" y="261953"/>
                    <a:pt x="385869" y="263235"/>
                    <a:pt x="342282" y="263876"/>
                  </a:cubicBezTo>
                  <a:cubicBezTo>
                    <a:pt x="308951" y="263876"/>
                    <a:pt x="274979" y="263876"/>
                    <a:pt x="236520" y="263876"/>
                  </a:cubicBezTo>
                  <a:cubicBezTo>
                    <a:pt x="244212" y="229263"/>
                    <a:pt x="257031" y="210034"/>
                    <a:pt x="292926" y="212598"/>
                  </a:cubicBezTo>
                  <a:close/>
                  <a:moveTo>
                    <a:pt x="109606" y="212597"/>
                  </a:moveTo>
                  <a:cubicBezTo>
                    <a:pt x="150629" y="215803"/>
                    <a:pt x="192292" y="213239"/>
                    <a:pt x="233956" y="213239"/>
                  </a:cubicBezTo>
                  <a:cubicBezTo>
                    <a:pt x="226264" y="257466"/>
                    <a:pt x="219854" y="263235"/>
                    <a:pt x="179473" y="263235"/>
                  </a:cubicBezTo>
                  <a:cubicBezTo>
                    <a:pt x="133964" y="263875"/>
                    <a:pt x="88455" y="263875"/>
                    <a:pt x="40381" y="263875"/>
                  </a:cubicBezTo>
                  <a:cubicBezTo>
                    <a:pt x="51277" y="223494"/>
                    <a:pt x="73070" y="210033"/>
                    <a:pt x="109606" y="212597"/>
                  </a:cubicBezTo>
                  <a:close/>
                  <a:moveTo>
                    <a:pt x="1309518" y="157473"/>
                  </a:moveTo>
                  <a:cubicBezTo>
                    <a:pt x="1354386" y="157473"/>
                    <a:pt x="1397973" y="157473"/>
                    <a:pt x="1444123" y="157473"/>
                  </a:cubicBezTo>
                  <a:cubicBezTo>
                    <a:pt x="1446046" y="169652"/>
                    <a:pt x="1447969" y="180549"/>
                    <a:pt x="1450533" y="196574"/>
                  </a:cubicBezTo>
                  <a:cubicBezTo>
                    <a:pt x="1403742" y="196574"/>
                    <a:pt x="1358232" y="196574"/>
                    <a:pt x="1309518" y="196574"/>
                  </a:cubicBezTo>
                  <a:cubicBezTo>
                    <a:pt x="1309518" y="183754"/>
                    <a:pt x="1309518" y="172857"/>
                    <a:pt x="1309518" y="157473"/>
                  </a:cubicBezTo>
                  <a:close/>
                  <a:moveTo>
                    <a:pt x="2473775" y="156753"/>
                  </a:moveTo>
                  <a:cubicBezTo>
                    <a:pt x="2494527" y="156672"/>
                    <a:pt x="2515199" y="157153"/>
                    <a:pt x="2535710" y="159396"/>
                  </a:cubicBezTo>
                  <a:cubicBezTo>
                    <a:pt x="2547889" y="160678"/>
                    <a:pt x="2557503" y="181831"/>
                    <a:pt x="2573528" y="199779"/>
                  </a:cubicBezTo>
                  <a:cubicBezTo>
                    <a:pt x="2522890" y="199779"/>
                    <a:pt x="2481868" y="202343"/>
                    <a:pt x="2441486" y="198497"/>
                  </a:cubicBezTo>
                  <a:cubicBezTo>
                    <a:pt x="2429307" y="197215"/>
                    <a:pt x="2419051" y="177344"/>
                    <a:pt x="2408155" y="165806"/>
                  </a:cubicBezTo>
                  <a:cubicBezTo>
                    <a:pt x="2409437" y="163242"/>
                    <a:pt x="2410719" y="160038"/>
                    <a:pt x="2411360" y="157474"/>
                  </a:cubicBezTo>
                  <a:cubicBezTo>
                    <a:pt x="2432192" y="157474"/>
                    <a:pt x="2453024" y="156833"/>
                    <a:pt x="2473775" y="156753"/>
                  </a:cubicBezTo>
                  <a:close/>
                  <a:moveTo>
                    <a:pt x="1679283" y="156352"/>
                  </a:moveTo>
                  <a:cubicBezTo>
                    <a:pt x="1700194" y="156352"/>
                    <a:pt x="1721026" y="156833"/>
                    <a:pt x="1741538" y="158756"/>
                  </a:cubicBezTo>
                  <a:cubicBezTo>
                    <a:pt x="1750511" y="158756"/>
                    <a:pt x="1756921" y="181190"/>
                    <a:pt x="1767818" y="200420"/>
                  </a:cubicBezTo>
                  <a:cubicBezTo>
                    <a:pt x="1718462" y="200420"/>
                    <a:pt x="1678081" y="202343"/>
                    <a:pt x="1637699" y="199138"/>
                  </a:cubicBezTo>
                  <a:cubicBezTo>
                    <a:pt x="1627443" y="198497"/>
                    <a:pt x="1619111" y="177986"/>
                    <a:pt x="1610137" y="167088"/>
                  </a:cubicBezTo>
                  <a:cubicBezTo>
                    <a:pt x="1612059" y="163884"/>
                    <a:pt x="1614623" y="160679"/>
                    <a:pt x="1616547" y="156833"/>
                  </a:cubicBezTo>
                  <a:cubicBezTo>
                    <a:pt x="1637379" y="156833"/>
                    <a:pt x="1658371" y="156352"/>
                    <a:pt x="1679283" y="156352"/>
                  </a:cubicBezTo>
                  <a:close/>
                  <a:moveTo>
                    <a:pt x="1831836" y="156112"/>
                  </a:moveTo>
                  <a:cubicBezTo>
                    <a:pt x="1852267" y="156031"/>
                    <a:pt x="1872618" y="156512"/>
                    <a:pt x="1892808" y="158755"/>
                  </a:cubicBezTo>
                  <a:cubicBezTo>
                    <a:pt x="1902423" y="160037"/>
                    <a:pt x="1910115" y="181830"/>
                    <a:pt x="1919089" y="194009"/>
                  </a:cubicBezTo>
                  <a:cubicBezTo>
                    <a:pt x="1915243" y="195932"/>
                    <a:pt x="1912679" y="198496"/>
                    <a:pt x="1909474" y="201059"/>
                  </a:cubicBezTo>
                  <a:cubicBezTo>
                    <a:pt x="1876784" y="201059"/>
                    <a:pt x="1844095" y="201059"/>
                    <a:pt x="1811404" y="201059"/>
                  </a:cubicBezTo>
                  <a:cubicBezTo>
                    <a:pt x="1774868" y="201059"/>
                    <a:pt x="1774868" y="200419"/>
                    <a:pt x="1770382" y="156833"/>
                  </a:cubicBezTo>
                  <a:cubicBezTo>
                    <a:pt x="1790893" y="156833"/>
                    <a:pt x="1811404" y="156192"/>
                    <a:pt x="1831836" y="156112"/>
                  </a:cubicBezTo>
                  <a:close/>
                  <a:moveTo>
                    <a:pt x="1525127" y="154830"/>
                  </a:moveTo>
                  <a:cubicBezTo>
                    <a:pt x="1545238" y="154749"/>
                    <a:pt x="1565268" y="155230"/>
                    <a:pt x="1585139" y="157473"/>
                  </a:cubicBezTo>
                  <a:cubicBezTo>
                    <a:pt x="1594754" y="158115"/>
                    <a:pt x="1601804" y="179908"/>
                    <a:pt x="1610137" y="192086"/>
                  </a:cubicBezTo>
                  <a:cubicBezTo>
                    <a:pt x="1608214" y="194650"/>
                    <a:pt x="1605650" y="197855"/>
                    <a:pt x="1603727" y="200419"/>
                  </a:cubicBezTo>
                  <a:cubicBezTo>
                    <a:pt x="1562705" y="200419"/>
                    <a:pt x="1521041" y="202341"/>
                    <a:pt x="1480018" y="198495"/>
                  </a:cubicBezTo>
                  <a:cubicBezTo>
                    <a:pt x="1471686" y="197855"/>
                    <a:pt x="1464635" y="176062"/>
                    <a:pt x="1456943" y="163883"/>
                  </a:cubicBezTo>
                  <a:cubicBezTo>
                    <a:pt x="1459507" y="161319"/>
                    <a:pt x="1462071" y="158755"/>
                    <a:pt x="1464635" y="155551"/>
                  </a:cubicBezTo>
                  <a:cubicBezTo>
                    <a:pt x="1484826" y="155551"/>
                    <a:pt x="1505016" y="154910"/>
                    <a:pt x="1525127" y="154830"/>
                  </a:cubicBezTo>
                  <a:close/>
                  <a:moveTo>
                    <a:pt x="2131653" y="154509"/>
                  </a:moveTo>
                  <a:cubicBezTo>
                    <a:pt x="2151443" y="154268"/>
                    <a:pt x="2170031" y="154589"/>
                    <a:pt x="2188299" y="156832"/>
                  </a:cubicBezTo>
                  <a:cubicBezTo>
                    <a:pt x="2203042" y="158755"/>
                    <a:pt x="2215220" y="176062"/>
                    <a:pt x="2228681" y="186958"/>
                  </a:cubicBezTo>
                  <a:cubicBezTo>
                    <a:pt x="2226758" y="190804"/>
                    <a:pt x="2225476" y="194650"/>
                    <a:pt x="2223553" y="198496"/>
                  </a:cubicBezTo>
                  <a:cubicBezTo>
                    <a:pt x="2179967" y="198496"/>
                    <a:pt x="2136379" y="200419"/>
                    <a:pt x="2093434" y="196573"/>
                  </a:cubicBezTo>
                  <a:cubicBezTo>
                    <a:pt x="2085101" y="196573"/>
                    <a:pt x="2078691" y="174780"/>
                    <a:pt x="2067795" y="155550"/>
                  </a:cubicBezTo>
                  <a:cubicBezTo>
                    <a:pt x="2090870" y="155550"/>
                    <a:pt x="2111862" y="154749"/>
                    <a:pt x="2131653" y="154509"/>
                  </a:cubicBezTo>
                  <a:close/>
                  <a:moveTo>
                    <a:pt x="1981184" y="154509"/>
                  </a:moveTo>
                  <a:cubicBezTo>
                    <a:pt x="2000173" y="154268"/>
                    <a:pt x="2019082" y="154589"/>
                    <a:pt x="2037670" y="156832"/>
                  </a:cubicBezTo>
                  <a:cubicBezTo>
                    <a:pt x="2051130" y="158755"/>
                    <a:pt x="2062027" y="177984"/>
                    <a:pt x="2074206" y="189521"/>
                  </a:cubicBezTo>
                  <a:cubicBezTo>
                    <a:pt x="2072282" y="192727"/>
                    <a:pt x="2069719" y="196572"/>
                    <a:pt x="2067796" y="199777"/>
                  </a:cubicBezTo>
                  <a:cubicBezTo>
                    <a:pt x="2026773" y="199777"/>
                    <a:pt x="1985751" y="202341"/>
                    <a:pt x="1945369" y="197854"/>
                  </a:cubicBezTo>
                  <a:cubicBezTo>
                    <a:pt x="1934472" y="196572"/>
                    <a:pt x="1926140" y="176061"/>
                    <a:pt x="1916525" y="163883"/>
                  </a:cubicBezTo>
                  <a:cubicBezTo>
                    <a:pt x="1919730" y="161960"/>
                    <a:pt x="1922293" y="158755"/>
                    <a:pt x="1924217" y="155550"/>
                  </a:cubicBezTo>
                  <a:cubicBezTo>
                    <a:pt x="1943126" y="155550"/>
                    <a:pt x="1962195" y="154749"/>
                    <a:pt x="1981184" y="154509"/>
                  </a:cubicBezTo>
                  <a:close/>
                  <a:moveTo>
                    <a:pt x="1190296" y="154268"/>
                  </a:moveTo>
                  <a:cubicBezTo>
                    <a:pt x="1212731" y="154268"/>
                    <a:pt x="1235164" y="154268"/>
                    <a:pt x="1257599" y="154910"/>
                  </a:cubicBezTo>
                  <a:cubicBezTo>
                    <a:pt x="1296058" y="155550"/>
                    <a:pt x="1296698" y="156192"/>
                    <a:pt x="1289006" y="198496"/>
                  </a:cubicBezTo>
                  <a:cubicBezTo>
                    <a:pt x="1245420" y="198496"/>
                    <a:pt x="1201193" y="198496"/>
                    <a:pt x="1156965" y="198496"/>
                  </a:cubicBezTo>
                  <a:cubicBezTo>
                    <a:pt x="1149274" y="156832"/>
                    <a:pt x="1151197" y="154910"/>
                    <a:pt x="1190296" y="154268"/>
                  </a:cubicBezTo>
                  <a:close/>
                  <a:moveTo>
                    <a:pt x="1039666" y="152987"/>
                  </a:moveTo>
                  <a:cubicBezTo>
                    <a:pt x="1067227" y="152987"/>
                    <a:pt x="1094789" y="152345"/>
                    <a:pt x="1122351" y="154909"/>
                  </a:cubicBezTo>
                  <a:cubicBezTo>
                    <a:pt x="1128120" y="155550"/>
                    <a:pt x="1138375" y="169011"/>
                    <a:pt x="1137735" y="175420"/>
                  </a:cubicBezTo>
                  <a:cubicBezTo>
                    <a:pt x="1137093" y="184394"/>
                    <a:pt x="1128120" y="199137"/>
                    <a:pt x="1121710" y="199137"/>
                  </a:cubicBezTo>
                  <a:cubicBezTo>
                    <a:pt x="1080047" y="201059"/>
                    <a:pt x="1039024" y="200418"/>
                    <a:pt x="998002" y="200418"/>
                  </a:cubicBezTo>
                  <a:cubicBezTo>
                    <a:pt x="998643" y="154269"/>
                    <a:pt x="999284" y="152987"/>
                    <a:pt x="1039666" y="152987"/>
                  </a:cubicBezTo>
                  <a:close/>
                  <a:moveTo>
                    <a:pt x="879422" y="152987"/>
                  </a:moveTo>
                  <a:cubicBezTo>
                    <a:pt x="912752" y="152346"/>
                    <a:pt x="946724" y="152987"/>
                    <a:pt x="981978" y="152987"/>
                  </a:cubicBezTo>
                  <a:cubicBezTo>
                    <a:pt x="986464" y="188241"/>
                    <a:pt x="978132" y="203624"/>
                    <a:pt x="945442" y="201701"/>
                  </a:cubicBezTo>
                  <a:cubicBezTo>
                    <a:pt x="911470" y="199137"/>
                    <a:pt x="877498" y="201060"/>
                    <a:pt x="844168" y="201060"/>
                  </a:cubicBezTo>
                  <a:cubicBezTo>
                    <a:pt x="839040" y="160679"/>
                    <a:pt x="844168" y="153628"/>
                    <a:pt x="879422" y="152987"/>
                  </a:cubicBezTo>
                  <a:close/>
                  <a:moveTo>
                    <a:pt x="727509" y="152346"/>
                  </a:moveTo>
                  <a:cubicBezTo>
                    <a:pt x="760840" y="152346"/>
                    <a:pt x="794171" y="152988"/>
                    <a:pt x="828143" y="152988"/>
                  </a:cubicBezTo>
                  <a:cubicBezTo>
                    <a:pt x="830065" y="189523"/>
                    <a:pt x="819169" y="203624"/>
                    <a:pt x="786479" y="201060"/>
                  </a:cubicBezTo>
                  <a:cubicBezTo>
                    <a:pt x="752507" y="198496"/>
                    <a:pt x="718536" y="200419"/>
                    <a:pt x="684564" y="200419"/>
                  </a:cubicBezTo>
                  <a:cubicBezTo>
                    <a:pt x="686487" y="156833"/>
                    <a:pt x="689692" y="152988"/>
                    <a:pt x="727509" y="152346"/>
                  </a:cubicBezTo>
                  <a:close/>
                  <a:moveTo>
                    <a:pt x="136528" y="152346"/>
                  </a:moveTo>
                  <a:cubicBezTo>
                    <a:pt x="207677" y="153628"/>
                    <a:pt x="278826" y="152346"/>
                    <a:pt x="351896" y="152346"/>
                  </a:cubicBezTo>
                  <a:cubicBezTo>
                    <a:pt x="346128" y="190804"/>
                    <a:pt x="328181" y="201700"/>
                    <a:pt x="295491" y="201060"/>
                  </a:cubicBezTo>
                  <a:cubicBezTo>
                    <a:pt x="224342" y="198496"/>
                    <a:pt x="153194" y="200418"/>
                    <a:pt x="79481" y="200418"/>
                  </a:cubicBezTo>
                  <a:cubicBezTo>
                    <a:pt x="88455" y="169011"/>
                    <a:pt x="101916" y="151063"/>
                    <a:pt x="136528" y="152346"/>
                  </a:cubicBezTo>
                  <a:close/>
                  <a:moveTo>
                    <a:pt x="570471" y="151705"/>
                  </a:moveTo>
                  <a:cubicBezTo>
                    <a:pt x="605083" y="154269"/>
                    <a:pt x="639055" y="152346"/>
                    <a:pt x="673027" y="152346"/>
                  </a:cubicBezTo>
                  <a:cubicBezTo>
                    <a:pt x="673668" y="194009"/>
                    <a:pt x="655080" y="202983"/>
                    <a:pt x="623671" y="200419"/>
                  </a:cubicBezTo>
                  <a:cubicBezTo>
                    <a:pt x="590982" y="197855"/>
                    <a:pt x="558292" y="199778"/>
                    <a:pt x="523679" y="199778"/>
                  </a:cubicBezTo>
                  <a:cubicBezTo>
                    <a:pt x="525602" y="167088"/>
                    <a:pt x="537140" y="149782"/>
                    <a:pt x="570471" y="151705"/>
                  </a:cubicBezTo>
                  <a:close/>
                  <a:moveTo>
                    <a:pt x="415353" y="151704"/>
                  </a:moveTo>
                  <a:cubicBezTo>
                    <a:pt x="448684" y="153627"/>
                    <a:pt x="482656" y="152345"/>
                    <a:pt x="517910" y="152345"/>
                  </a:cubicBezTo>
                  <a:cubicBezTo>
                    <a:pt x="515987" y="188881"/>
                    <a:pt x="501886" y="203623"/>
                    <a:pt x="467913" y="201059"/>
                  </a:cubicBezTo>
                  <a:cubicBezTo>
                    <a:pt x="434583" y="197854"/>
                    <a:pt x="400611" y="200418"/>
                    <a:pt x="365357" y="200418"/>
                  </a:cubicBezTo>
                  <a:cubicBezTo>
                    <a:pt x="369843" y="165806"/>
                    <a:pt x="382663" y="150422"/>
                    <a:pt x="415353" y="151704"/>
                  </a:cubicBezTo>
                  <a:close/>
                  <a:moveTo>
                    <a:pt x="1239010" y="101067"/>
                  </a:moveTo>
                  <a:cubicBezTo>
                    <a:pt x="1281315" y="101067"/>
                    <a:pt x="1324261" y="101067"/>
                    <a:pt x="1370411" y="101067"/>
                  </a:cubicBezTo>
                  <a:cubicBezTo>
                    <a:pt x="1371052" y="115169"/>
                    <a:pt x="1371693" y="126065"/>
                    <a:pt x="1372334" y="139526"/>
                  </a:cubicBezTo>
                  <a:cubicBezTo>
                    <a:pt x="1326183" y="139526"/>
                    <a:pt x="1283878" y="139526"/>
                    <a:pt x="1239010" y="139526"/>
                  </a:cubicBezTo>
                  <a:cubicBezTo>
                    <a:pt x="1239010" y="126707"/>
                    <a:pt x="1239010" y="115169"/>
                    <a:pt x="1239010" y="101067"/>
                  </a:cubicBezTo>
                  <a:close/>
                  <a:moveTo>
                    <a:pt x="1088380" y="100426"/>
                  </a:moveTo>
                  <a:cubicBezTo>
                    <a:pt x="1133249" y="100426"/>
                    <a:pt x="1175553" y="100426"/>
                    <a:pt x="1220421" y="100426"/>
                  </a:cubicBezTo>
                  <a:cubicBezTo>
                    <a:pt x="1220421" y="113887"/>
                    <a:pt x="1220421" y="124784"/>
                    <a:pt x="1220421" y="138885"/>
                  </a:cubicBezTo>
                  <a:cubicBezTo>
                    <a:pt x="1175553" y="138885"/>
                    <a:pt x="1131967" y="138885"/>
                    <a:pt x="1083894" y="138885"/>
                  </a:cubicBezTo>
                  <a:cubicBezTo>
                    <a:pt x="1085816" y="125424"/>
                    <a:pt x="1087099" y="113887"/>
                    <a:pt x="1088380" y="100426"/>
                  </a:cubicBezTo>
                  <a:close/>
                  <a:moveTo>
                    <a:pt x="2437240" y="99385"/>
                  </a:moveTo>
                  <a:cubicBezTo>
                    <a:pt x="2456068" y="99144"/>
                    <a:pt x="2474817" y="99465"/>
                    <a:pt x="2493405" y="101708"/>
                  </a:cubicBezTo>
                  <a:cubicBezTo>
                    <a:pt x="2506866" y="103631"/>
                    <a:pt x="2518404" y="122860"/>
                    <a:pt x="2530582" y="133757"/>
                  </a:cubicBezTo>
                  <a:cubicBezTo>
                    <a:pt x="2529300" y="136963"/>
                    <a:pt x="2528018" y="139526"/>
                    <a:pt x="2526095" y="142090"/>
                  </a:cubicBezTo>
                  <a:cubicBezTo>
                    <a:pt x="2486995" y="142090"/>
                    <a:pt x="2447896" y="144654"/>
                    <a:pt x="2409437" y="140809"/>
                  </a:cubicBezTo>
                  <a:cubicBezTo>
                    <a:pt x="2397258" y="139526"/>
                    <a:pt x="2387002" y="120296"/>
                    <a:pt x="2376106" y="109400"/>
                  </a:cubicBezTo>
                  <a:cubicBezTo>
                    <a:pt x="2377388" y="106195"/>
                    <a:pt x="2379311" y="103631"/>
                    <a:pt x="2380593" y="100426"/>
                  </a:cubicBezTo>
                  <a:cubicBezTo>
                    <a:pt x="2399502" y="100426"/>
                    <a:pt x="2418411" y="99625"/>
                    <a:pt x="2437240" y="99385"/>
                  </a:cubicBezTo>
                  <a:close/>
                  <a:moveTo>
                    <a:pt x="1595314" y="99225"/>
                  </a:moveTo>
                  <a:cubicBezTo>
                    <a:pt x="1616226" y="99145"/>
                    <a:pt x="1635776" y="99465"/>
                    <a:pt x="1655005" y="101067"/>
                  </a:cubicBezTo>
                  <a:cubicBezTo>
                    <a:pt x="1663979" y="101709"/>
                    <a:pt x="1671029" y="122220"/>
                    <a:pt x="1678721" y="133116"/>
                  </a:cubicBezTo>
                  <a:cubicBezTo>
                    <a:pt x="1676798" y="136322"/>
                    <a:pt x="1674875" y="138886"/>
                    <a:pt x="1672952" y="141450"/>
                  </a:cubicBezTo>
                  <a:cubicBezTo>
                    <a:pt x="1633212" y="141450"/>
                    <a:pt x="1592830" y="143372"/>
                    <a:pt x="1553089" y="140168"/>
                  </a:cubicBezTo>
                  <a:cubicBezTo>
                    <a:pt x="1544757" y="139526"/>
                    <a:pt x="1538987" y="118374"/>
                    <a:pt x="1527450" y="99785"/>
                  </a:cubicBezTo>
                  <a:cubicBezTo>
                    <a:pt x="1552128" y="99785"/>
                    <a:pt x="1574402" y="99305"/>
                    <a:pt x="1595314" y="99225"/>
                  </a:cubicBezTo>
                  <a:close/>
                  <a:moveTo>
                    <a:pt x="1447969" y="99225"/>
                  </a:moveTo>
                  <a:cubicBezTo>
                    <a:pt x="1467839" y="99145"/>
                    <a:pt x="1487710" y="99465"/>
                    <a:pt x="1507580" y="101067"/>
                  </a:cubicBezTo>
                  <a:cubicBezTo>
                    <a:pt x="1515271" y="101709"/>
                    <a:pt x="1521040" y="122861"/>
                    <a:pt x="1532578" y="142090"/>
                  </a:cubicBezTo>
                  <a:cubicBezTo>
                    <a:pt x="1481941" y="142090"/>
                    <a:pt x="1442841" y="144013"/>
                    <a:pt x="1404382" y="140808"/>
                  </a:cubicBezTo>
                  <a:cubicBezTo>
                    <a:pt x="1396049" y="140168"/>
                    <a:pt x="1388999" y="120297"/>
                    <a:pt x="1381307" y="109400"/>
                  </a:cubicBezTo>
                  <a:cubicBezTo>
                    <a:pt x="1383871" y="106195"/>
                    <a:pt x="1385794" y="102991"/>
                    <a:pt x="1388358" y="99785"/>
                  </a:cubicBezTo>
                  <a:cubicBezTo>
                    <a:pt x="1408228" y="99785"/>
                    <a:pt x="1428098" y="99305"/>
                    <a:pt x="1447969" y="99225"/>
                  </a:cubicBezTo>
                  <a:close/>
                  <a:moveTo>
                    <a:pt x="2138303" y="99144"/>
                  </a:moveTo>
                  <a:cubicBezTo>
                    <a:pt x="2180607" y="99144"/>
                    <a:pt x="2222912" y="99144"/>
                    <a:pt x="2264575" y="99144"/>
                  </a:cubicBezTo>
                  <a:cubicBezTo>
                    <a:pt x="2362646" y="99144"/>
                    <a:pt x="2362646" y="99144"/>
                    <a:pt x="2408156" y="186318"/>
                  </a:cubicBezTo>
                  <a:cubicBezTo>
                    <a:pt x="2410078" y="190164"/>
                    <a:pt x="2412001" y="194009"/>
                    <a:pt x="2415206" y="202342"/>
                  </a:cubicBezTo>
                  <a:cubicBezTo>
                    <a:pt x="2361364" y="202342"/>
                    <a:pt x="2311367" y="203624"/>
                    <a:pt x="2262011" y="201060"/>
                  </a:cubicBezTo>
                  <a:cubicBezTo>
                    <a:pt x="2253679" y="200419"/>
                    <a:pt x="2242141" y="185677"/>
                    <a:pt x="2238296" y="174780"/>
                  </a:cubicBezTo>
                  <a:cubicBezTo>
                    <a:pt x="2228681" y="148499"/>
                    <a:pt x="2213297" y="137603"/>
                    <a:pt x="2185735" y="141449"/>
                  </a:cubicBezTo>
                  <a:cubicBezTo>
                    <a:pt x="2157532" y="145936"/>
                    <a:pt x="2141508" y="133116"/>
                    <a:pt x="2138303" y="99144"/>
                  </a:cubicBezTo>
                  <a:close/>
                  <a:moveTo>
                    <a:pt x="2041435" y="98984"/>
                  </a:moveTo>
                  <a:cubicBezTo>
                    <a:pt x="2060744" y="98824"/>
                    <a:pt x="2079973" y="99144"/>
                    <a:pt x="2099203" y="101067"/>
                  </a:cubicBezTo>
                  <a:cubicBezTo>
                    <a:pt x="2110100" y="102349"/>
                    <a:pt x="2119073" y="120938"/>
                    <a:pt x="2128688" y="131835"/>
                  </a:cubicBezTo>
                  <a:cubicBezTo>
                    <a:pt x="2126764" y="135680"/>
                    <a:pt x="2124842" y="138886"/>
                    <a:pt x="2122919" y="142090"/>
                  </a:cubicBezTo>
                  <a:cubicBezTo>
                    <a:pt x="2084461" y="142090"/>
                    <a:pt x="2046002" y="144654"/>
                    <a:pt x="2008824" y="140808"/>
                  </a:cubicBezTo>
                  <a:cubicBezTo>
                    <a:pt x="1997288" y="139526"/>
                    <a:pt x="1987673" y="120297"/>
                    <a:pt x="1977417" y="109400"/>
                  </a:cubicBezTo>
                  <a:cubicBezTo>
                    <a:pt x="1979339" y="106195"/>
                    <a:pt x="1981263" y="102991"/>
                    <a:pt x="1983185" y="99785"/>
                  </a:cubicBezTo>
                  <a:cubicBezTo>
                    <a:pt x="2002735" y="99785"/>
                    <a:pt x="2022125" y="99144"/>
                    <a:pt x="2041435" y="98984"/>
                  </a:cubicBezTo>
                  <a:close/>
                  <a:moveTo>
                    <a:pt x="1892487" y="98984"/>
                  </a:moveTo>
                  <a:cubicBezTo>
                    <a:pt x="1911396" y="98824"/>
                    <a:pt x="1930305" y="99144"/>
                    <a:pt x="1949214" y="101067"/>
                  </a:cubicBezTo>
                  <a:cubicBezTo>
                    <a:pt x="1960111" y="102349"/>
                    <a:pt x="1969725" y="121579"/>
                    <a:pt x="1979981" y="132476"/>
                  </a:cubicBezTo>
                  <a:cubicBezTo>
                    <a:pt x="1976776" y="135680"/>
                    <a:pt x="1974212" y="138886"/>
                    <a:pt x="1971648" y="142090"/>
                  </a:cubicBezTo>
                  <a:cubicBezTo>
                    <a:pt x="1934472" y="142090"/>
                    <a:pt x="1897295" y="144654"/>
                    <a:pt x="1860759" y="140808"/>
                  </a:cubicBezTo>
                  <a:cubicBezTo>
                    <a:pt x="1849221" y="139526"/>
                    <a:pt x="1838966" y="120938"/>
                    <a:pt x="1828710" y="110041"/>
                  </a:cubicBezTo>
                  <a:cubicBezTo>
                    <a:pt x="1831274" y="106837"/>
                    <a:pt x="1833197" y="102991"/>
                    <a:pt x="1835761" y="99785"/>
                  </a:cubicBezTo>
                  <a:cubicBezTo>
                    <a:pt x="1854670" y="99785"/>
                    <a:pt x="1873579" y="99144"/>
                    <a:pt x="1892487" y="98984"/>
                  </a:cubicBezTo>
                  <a:close/>
                  <a:moveTo>
                    <a:pt x="1744021" y="98343"/>
                  </a:moveTo>
                  <a:cubicBezTo>
                    <a:pt x="1762529" y="98183"/>
                    <a:pt x="1780957" y="98503"/>
                    <a:pt x="1799225" y="100426"/>
                  </a:cubicBezTo>
                  <a:cubicBezTo>
                    <a:pt x="1810122" y="101708"/>
                    <a:pt x="1819096" y="120297"/>
                    <a:pt x="1828710" y="130553"/>
                  </a:cubicBezTo>
                  <a:cubicBezTo>
                    <a:pt x="1826787" y="133757"/>
                    <a:pt x="1824223" y="137603"/>
                    <a:pt x="1822300" y="140809"/>
                  </a:cubicBezTo>
                  <a:cubicBezTo>
                    <a:pt x="1782559" y="140809"/>
                    <a:pt x="1742178" y="142731"/>
                    <a:pt x="1703078" y="139527"/>
                  </a:cubicBezTo>
                  <a:cubicBezTo>
                    <a:pt x="1694746" y="138885"/>
                    <a:pt x="1688336" y="119015"/>
                    <a:pt x="1681285" y="108118"/>
                  </a:cubicBezTo>
                  <a:cubicBezTo>
                    <a:pt x="1683849" y="105554"/>
                    <a:pt x="1686413" y="102350"/>
                    <a:pt x="1688336" y="99144"/>
                  </a:cubicBezTo>
                  <a:cubicBezTo>
                    <a:pt x="1706924" y="99144"/>
                    <a:pt x="1725513" y="98503"/>
                    <a:pt x="1744021" y="98343"/>
                  </a:cubicBezTo>
                  <a:close/>
                  <a:moveTo>
                    <a:pt x="971723" y="97222"/>
                  </a:moveTo>
                  <a:cubicBezTo>
                    <a:pt x="1004412" y="99145"/>
                    <a:pt x="1037101" y="97863"/>
                    <a:pt x="1070432" y="97863"/>
                  </a:cubicBezTo>
                  <a:cubicBezTo>
                    <a:pt x="1075560" y="130553"/>
                    <a:pt x="1065946" y="144013"/>
                    <a:pt x="1033897" y="142090"/>
                  </a:cubicBezTo>
                  <a:cubicBezTo>
                    <a:pt x="1001848" y="140167"/>
                    <a:pt x="969158" y="141449"/>
                    <a:pt x="935827" y="141449"/>
                  </a:cubicBezTo>
                  <a:cubicBezTo>
                    <a:pt x="930699" y="106196"/>
                    <a:pt x="942878" y="95299"/>
                    <a:pt x="971723" y="97222"/>
                  </a:cubicBezTo>
                  <a:close/>
                  <a:moveTo>
                    <a:pt x="819810" y="97222"/>
                  </a:moveTo>
                  <a:cubicBezTo>
                    <a:pt x="852500" y="99145"/>
                    <a:pt x="885190" y="97863"/>
                    <a:pt x="917880" y="97863"/>
                  </a:cubicBezTo>
                  <a:cubicBezTo>
                    <a:pt x="924930" y="130553"/>
                    <a:pt x="915316" y="143372"/>
                    <a:pt x="884549" y="142090"/>
                  </a:cubicBezTo>
                  <a:cubicBezTo>
                    <a:pt x="851218" y="140167"/>
                    <a:pt x="817246" y="141449"/>
                    <a:pt x="783916" y="141449"/>
                  </a:cubicBezTo>
                  <a:cubicBezTo>
                    <a:pt x="779429" y="108118"/>
                    <a:pt x="790325" y="95940"/>
                    <a:pt x="819810" y="97222"/>
                  </a:cubicBezTo>
                  <a:close/>
                  <a:moveTo>
                    <a:pt x="519191" y="96581"/>
                  </a:moveTo>
                  <a:cubicBezTo>
                    <a:pt x="551881" y="98503"/>
                    <a:pt x="584571" y="97221"/>
                    <a:pt x="619184" y="97221"/>
                  </a:cubicBezTo>
                  <a:cubicBezTo>
                    <a:pt x="618543" y="131834"/>
                    <a:pt x="604441" y="144013"/>
                    <a:pt x="574956" y="142089"/>
                  </a:cubicBezTo>
                  <a:cubicBezTo>
                    <a:pt x="542267" y="140167"/>
                    <a:pt x="509577" y="141449"/>
                    <a:pt x="474964" y="141449"/>
                  </a:cubicBezTo>
                  <a:cubicBezTo>
                    <a:pt x="476886" y="108759"/>
                    <a:pt x="489065" y="95299"/>
                    <a:pt x="519191" y="96581"/>
                  </a:cubicBezTo>
                  <a:close/>
                  <a:moveTo>
                    <a:pt x="670463" y="96580"/>
                  </a:moveTo>
                  <a:cubicBezTo>
                    <a:pt x="703152" y="98503"/>
                    <a:pt x="736483" y="97221"/>
                    <a:pt x="769814" y="97221"/>
                  </a:cubicBezTo>
                  <a:cubicBezTo>
                    <a:pt x="771096" y="133116"/>
                    <a:pt x="756353" y="144012"/>
                    <a:pt x="726869" y="142089"/>
                  </a:cubicBezTo>
                  <a:cubicBezTo>
                    <a:pt x="694820" y="140166"/>
                    <a:pt x="662130" y="141448"/>
                    <a:pt x="628799" y="141448"/>
                  </a:cubicBezTo>
                  <a:cubicBezTo>
                    <a:pt x="627517" y="106836"/>
                    <a:pt x="640336" y="95298"/>
                    <a:pt x="670463" y="96580"/>
                  </a:cubicBezTo>
                  <a:close/>
                  <a:moveTo>
                    <a:pt x="381621" y="95539"/>
                  </a:moveTo>
                  <a:cubicBezTo>
                    <a:pt x="406699" y="94016"/>
                    <a:pt x="437466" y="95298"/>
                    <a:pt x="467271" y="100426"/>
                  </a:cubicBezTo>
                  <a:cubicBezTo>
                    <a:pt x="460862" y="138243"/>
                    <a:pt x="458298" y="141448"/>
                    <a:pt x="423044" y="141448"/>
                  </a:cubicBezTo>
                  <a:cubicBezTo>
                    <a:pt x="330744" y="141448"/>
                    <a:pt x="238443" y="141448"/>
                    <a:pt x="146142" y="141448"/>
                  </a:cubicBezTo>
                  <a:cubicBezTo>
                    <a:pt x="136528" y="141448"/>
                    <a:pt x="127554" y="139526"/>
                    <a:pt x="116657" y="138884"/>
                  </a:cubicBezTo>
                  <a:cubicBezTo>
                    <a:pt x="124349" y="109400"/>
                    <a:pt x="138450" y="95298"/>
                    <a:pt x="168576" y="96580"/>
                  </a:cubicBezTo>
                  <a:cubicBezTo>
                    <a:pt x="212163" y="98503"/>
                    <a:pt x="255749" y="96580"/>
                    <a:pt x="299336" y="97862"/>
                  </a:cubicBezTo>
                  <a:cubicBezTo>
                    <a:pt x="308310" y="97862"/>
                    <a:pt x="316642" y="103631"/>
                    <a:pt x="330103" y="107477"/>
                  </a:cubicBezTo>
                  <a:cubicBezTo>
                    <a:pt x="337154" y="101388"/>
                    <a:pt x="356543" y="97061"/>
                    <a:pt x="381621" y="95539"/>
                  </a:cubicBezTo>
                  <a:close/>
                  <a:moveTo>
                    <a:pt x="1482582" y="48507"/>
                  </a:moveTo>
                  <a:cubicBezTo>
                    <a:pt x="1526810" y="48507"/>
                    <a:pt x="1569114" y="48507"/>
                    <a:pt x="1611418" y="48507"/>
                  </a:cubicBezTo>
                  <a:cubicBezTo>
                    <a:pt x="1613341" y="61327"/>
                    <a:pt x="1615264" y="71583"/>
                    <a:pt x="1617187" y="83761"/>
                  </a:cubicBezTo>
                  <a:cubicBezTo>
                    <a:pt x="1573600" y="83761"/>
                    <a:pt x="1532578" y="83761"/>
                    <a:pt x="1488992" y="83761"/>
                  </a:cubicBezTo>
                  <a:cubicBezTo>
                    <a:pt x="1487069" y="72864"/>
                    <a:pt x="1485146" y="61968"/>
                    <a:pt x="1482582" y="48507"/>
                  </a:cubicBezTo>
                  <a:close/>
                  <a:moveTo>
                    <a:pt x="2407114" y="47705"/>
                  </a:moveTo>
                  <a:cubicBezTo>
                    <a:pt x="2425942" y="47545"/>
                    <a:pt x="2444691" y="47865"/>
                    <a:pt x="2463279" y="49788"/>
                  </a:cubicBezTo>
                  <a:cubicBezTo>
                    <a:pt x="2474176" y="51070"/>
                    <a:pt x="2483791" y="69018"/>
                    <a:pt x="2501097" y="86325"/>
                  </a:cubicBezTo>
                  <a:cubicBezTo>
                    <a:pt x="2453024" y="86325"/>
                    <a:pt x="2415847" y="88889"/>
                    <a:pt x="2379311" y="85043"/>
                  </a:cubicBezTo>
                  <a:cubicBezTo>
                    <a:pt x="2367773" y="83761"/>
                    <a:pt x="2356877" y="67095"/>
                    <a:pt x="2345980" y="58121"/>
                  </a:cubicBezTo>
                  <a:cubicBezTo>
                    <a:pt x="2347262" y="54916"/>
                    <a:pt x="2348544" y="51712"/>
                    <a:pt x="2350467" y="48506"/>
                  </a:cubicBezTo>
                  <a:cubicBezTo>
                    <a:pt x="2369376" y="48506"/>
                    <a:pt x="2388285" y="47865"/>
                    <a:pt x="2407114" y="47705"/>
                  </a:cubicBezTo>
                  <a:close/>
                  <a:moveTo>
                    <a:pt x="1830873" y="47306"/>
                  </a:moveTo>
                  <a:cubicBezTo>
                    <a:pt x="1849702" y="47226"/>
                    <a:pt x="1868451" y="47546"/>
                    <a:pt x="1887039" y="49148"/>
                  </a:cubicBezTo>
                  <a:cubicBezTo>
                    <a:pt x="1896012" y="49790"/>
                    <a:pt x="1903704" y="67737"/>
                    <a:pt x="1912037" y="77993"/>
                  </a:cubicBezTo>
                  <a:cubicBezTo>
                    <a:pt x="1909473" y="80557"/>
                    <a:pt x="1907550" y="83121"/>
                    <a:pt x="1906268" y="85685"/>
                  </a:cubicBezTo>
                  <a:cubicBezTo>
                    <a:pt x="1869092" y="85685"/>
                    <a:pt x="1831914" y="87607"/>
                    <a:pt x="1794738" y="84403"/>
                  </a:cubicBezTo>
                  <a:cubicBezTo>
                    <a:pt x="1785123" y="83761"/>
                    <a:pt x="1776791" y="67096"/>
                    <a:pt x="1768458" y="57481"/>
                  </a:cubicBezTo>
                  <a:cubicBezTo>
                    <a:pt x="1770381" y="54276"/>
                    <a:pt x="1772304" y="51072"/>
                    <a:pt x="1774226" y="47866"/>
                  </a:cubicBezTo>
                  <a:cubicBezTo>
                    <a:pt x="1793135" y="47866"/>
                    <a:pt x="1812044" y="47386"/>
                    <a:pt x="1830873" y="47306"/>
                  </a:cubicBezTo>
                  <a:close/>
                  <a:moveTo>
                    <a:pt x="1972851" y="46665"/>
                  </a:moveTo>
                  <a:cubicBezTo>
                    <a:pt x="1992641" y="46585"/>
                    <a:pt x="2011069" y="46905"/>
                    <a:pt x="2029336" y="48507"/>
                  </a:cubicBezTo>
                  <a:cubicBezTo>
                    <a:pt x="2039593" y="49149"/>
                    <a:pt x="2047925" y="65814"/>
                    <a:pt x="2057539" y="75429"/>
                  </a:cubicBezTo>
                  <a:cubicBezTo>
                    <a:pt x="2056258" y="78634"/>
                    <a:pt x="2054335" y="81838"/>
                    <a:pt x="2053053" y="85044"/>
                  </a:cubicBezTo>
                  <a:cubicBezTo>
                    <a:pt x="2014594" y="85044"/>
                    <a:pt x="1976136" y="86966"/>
                    <a:pt x="1938318" y="83762"/>
                  </a:cubicBezTo>
                  <a:cubicBezTo>
                    <a:pt x="1929344" y="83120"/>
                    <a:pt x="1921652" y="64532"/>
                    <a:pt x="1908192" y="47225"/>
                  </a:cubicBezTo>
                  <a:cubicBezTo>
                    <a:pt x="1931908" y="47225"/>
                    <a:pt x="1953060" y="46745"/>
                    <a:pt x="1972851" y="46665"/>
                  </a:cubicBezTo>
                  <a:close/>
                  <a:moveTo>
                    <a:pt x="1687695" y="46665"/>
                  </a:moveTo>
                  <a:cubicBezTo>
                    <a:pt x="1706924" y="46585"/>
                    <a:pt x="1726153" y="46905"/>
                    <a:pt x="1745383" y="48507"/>
                  </a:cubicBezTo>
                  <a:cubicBezTo>
                    <a:pt x="1753074" y="49149"/>
                    <a:pt x="1759484" y="67096"/>
                    <a:pt x="1766535" y="77352"/>
                  </a:cubicBezTo>
                  <a:cubicBezTo>
                    <a:pt x="1763330" y="79916"/>
                    <a:pt x="1761407" y="83120"/>
                    <a:pt x="1759484" y="85684"/>
                  </a:cubicBezTo>
                  <a:cubicBezTo>
                    <a:pt x="1723589" y="85684"/>
                    <a:pt x="1687695" y="87608"/>
                    <a:pt x="1652441" y="84402"/>
                  </a:cubicBezTo>
                  <a:cubicBezTo>
                    <a:pt x="1642186" y="83762"/>
                    <a:pt x="1633212" y="68378"/>
                    <a:pt x="1623597" y="59404"/>
                  </a:cubicBezTo>
                  <a:cubicBezTo>
                    <a:pt x="1625520" y="55558"/>
                    <a:pt x="1627443" y="51071"/>
                    <a:pt x="1630007" y="47225"/>
                  </a:cubicBezTo>
                  <a:cubicBezTo>
                    <a:pt x="1649236" y="47225"/>
                    <a:pt x="1668465" y="46745"/>
                    <a:pt x="1687695" y="46665"/>
                  </a:cubicBezTo>
                  <a:close/>
                  <a:moveTo>
                    <a:pt x="2062666" y="46584"/>
                  </a:moveTo>
                  <a:cubicBezTo>
                    <a:pt x="2110099" y="46584"/>
                    <a:pt x="2158172" y="46584"/>
                    <a:pt x="2205605" y="46584"/>
                  </a:cubicBezTo>
                  <a:cubicBezTo>
                    <a:pt x="2236372" y="46584"/>
                    <a:pt x="2267779" y="48506"/>
                    <a:pt x="2298547" y="46584"/>
                  </a:cubicBezTo>
                  <a:cubicBezTo>
                    <a:pt x="2325467" y="44661"/>
                    <a:pt x="2339570" y="56198"/>
                    <a:pt x="2346620" y="85683"/>
                  </a:cubicBezTo>
                  <a:cubicBezTo>
                    <a:pt x="2258806" y="85683"/>
                    <a:pt x="2174197" y="86965"/>
                    <a:pt x="2090229" y="84402"/>
                  </a:cubicBezTo>
                  <a:cubicBezTo>
                    <a:pt x="2078691" y="84402"/>
                    <a:pt x="2067795" y="66454"/>
                    <a:pt x="2056898" y="56840"/>
                  </a:cubicBezTo>
                  <a:cubicBezTo>
                    <a:pt x="2058821" y="53634"/>
                    <a:pt x="2060744" y="50430"/>
                    <a:pt x="2062666" y="46584"/>
                  </a:cubicBezTo>
                  <a:close/>
                  <a:moveTo>
                    <a:pt x="1367205" y="45303"/>
                  </a:moveTo>
                  <a:cubicBezTo>
                    <a:pt x="1391563" y="46585"/>
                    <a:pt x="1415920" y="46585"/>
                    <a:pt x="1440278" y="45303"/>
                  </a:cubicBezTo>
                  <a:cubicBezTo>
                    <a:pt x="1467840" y="44662"/>
                    <a:pt x="1473608" y="58122"/>
                    <a:pt x="1467840" y="83121"/>
                  </a:cubicBezTo>
                  <a:cubicBezTo>
                    <a:pt x="1426176" y="83121"/>
                    <a:pt x="1385153" y="83121"/>
                    <a:pt x="1342849" y="83121"/>
                  </a:cubicBezTo>
                  <a:cubicBezTo>
                    <a:pt x="1334516" y="58763"/>
                    <a:pt x="1336439" y="44021"/>
                    <a:pt x="1367205" y="45303"/>
                  </a:cubicBezTo>
                  <a:close/>
                  <a:moveTo>
                    <a:pt x="1223627" y="44021"/>
                  </a:moveTo>
                  <a:cubicBezTo>
                    <a:pt x="1246702" y="45302"/>
                    <a:pt x="1270418" y="45943"/>
                    <a:pt x="1293493" y="45302"/>
                  </a:cubicBezTo>
                  <a:cubicBezTo>
                    <a:pt x="1319132" y="44021"/>
                    <a:pt x="1329388" y="53635"/>
                    <a:pt x="1320414" y="83761"/>
                  </a:cubicBezTo>
                  <a:cubicBezTo>
                    <a:pt x="1278751" y="83761"/>
                    <a:pt x="1237728" y="83761"/>
                    <a:pt x="1195423" y="83761"/>
                  </a:cubicBezTo>
                  <a:cubicBezTo>
                    <a:pt x="1187090" y="56840"/>
                    <a:pt x="1192859" y="42098"/>
                    <a:pt x="1223627" y="44021"/>
                  </a:cubicBezTo>
                  <a:close/>
                  <a:moveTo>
                    <a:pt x="919162" y="44020"/>
                  </a:moveTo>
                  <a:cubicBezTo>
                    <a:pt x="955057" y="42097"/>
                    <a:pt x="991593" y="44020"/>
                    <a:pt x="1028129" y="44020"/>
                  </a:cubicBezTo>
                  <a:cubicBezTo>
                    <a:pt x="1036462" y="78633"/>
                    <a:pt x="1023001" y="87607"/>
                    <a:pt x="995439" y="85684"/>
                  </a:cubicBezTo>
                  <a:cubicBezTo>
                    <a:pt x="964672" y="83761"/>
                    <a:pt x="933905" y="85043"/>
                    <a:pt x="900574" y="85043"/>
                  </a:cubicBezTo>
                  <a:cubicBezTo>
                    <a:pt x="896728" y="65172"/>
                    <a:pt x="892882" y="45943"/>
                    <a:pt x="919162" y="44020"/>
                  </a:cubicBezTo>
                  <a:close/>
                  <a:moveTo>
                    <a:pt x="1076842" y="43380"/>
                  </a:moveTo>
                  <a:cubicBezTo>
                    <a:pt x="1109533" y="44020"/>
                    <a:pt x="1141582" y="43380"/>
                    <a:pt x="1175553" y="43380"/>
                  </a:cubicBezTo>
                  <a:cubicBezTo>
                    <a:pt x="1175553" y="59404"/>
                    <a:pt x="1175553" y="69660"/>
                    <a:pt x="1175553" y="82479"/>
                  </a:cubicBezTo>
                  <a:cubicBezTo>
                    <a:pt x="1132608" y="82479"/>
                    <a:pt x="1090944" y="82479"/>
                    <a:pt x="1047998" y="82479"/>
                  </a:cubicBezTo>
                  <a:cubicBezTo>
                    <a:pt x="1040947" y="56840"/>
                    <a:pt x="1046716" y="42098"/>
                    <a:pt x="1076842" y="43380"/>
                  </a:cubicBezTo>
                  <a:close/>
                  <a:moveTo>
                    <a:pt x="643541" y="42739"/>
                  </a:moveTo>
                  <a:cubicBezTo>
                    <a:pt x="674949" y="44021"/>
                    <a:pt x="706357" y="43380"/>
                    <a:pt x="737765" y="43380"/>
                  </a:cubicBezTo>
                  <a:cubicBezTo>
                    <a:pt x="739688" y="77352"/>
                    <a:pt x="726868" y="87608"/>
                    <a:pt x="698665" y="85685"/>
                  </a:cubicBezTo>
                  <a:cubicBezTo>
                    <a:pt x="666616" y="83762"/>
                    <a:pt x="635209" y="85044"/>
                    <a:pt x="601237" y="85044"/>
                  </a:cubicBezTo>
                  <a:cubicBezTo>
                    <a:pt x="601237" y="52354"/>
                    <a:pt x="615338" y="41458"/>
                    <a:pt x="643541" y="42739"/>
                  </a:cubicBezTo>
                  <a:close/>
                  <a:moveTo>
                    <a:pt x="783915" y="42738"/>
                  </a:moveTo>
                  <a:cubicBezTo>
                    <a:pt x="817246" y="44020"/>
                    <a:pt x="849937" y="43379"/>
                    <a:pt x="883268" y="43379"/>
                  </a:cubicBezTo>
                  <a:cubicBezTo>
                    <a:pt x="887114" y="77351"/>
                    <a:pt x="874294" y="87607"/>
                    <a:pt x="847373" y="85684"/>
                  </a:cubicBezTo>
                  <a:cubicBezTo>
                    <a:pt x="815964" y="83761"/>
                    <a:pt x="783915" y="85043"/>
                    <a:pt x="751226" y="85043"/>
                  </a:cubicBezTo>
                  <a:cubicBezTo>
                    <a:pt x="747380" y="56199"/>
                    <a:pt x="755712" y="42097"/>
                    <a:pt x="783915" y="42738"/>
                  </a:cubicBezTo>
                  <a:close/>
                  <a:moveTo>
                    <a:pt x="496757" y="42097"/>
                  </a:moveTo>
                  <a:cubicBezTo>
                    <a:pt x="528165" y="44021"/>
                    <a:pt x="559573" y="42739"/>
                    <a:pt x="592262" y="42739"/>
                  </a:cubicBezTo>
                  <a:cubicBezTo>
                    <a:pt x="590340" y="78634"/>
                    <a:pt x="574316" y="86966"/>
                    <a:pt x="547394" y="85044"/>
                  </a:cubicBezTo>
                  <a:cubicBezTo>
                    <a:pt x="515986" y="83120"/>
                    <a:pt x="484579" y="84402"/>
                    <a:pt x="451889" y="84402"/>
                  </a:cubicBezTo>
                  <a:cubicBezTo>
                    <a:pt x="453812" y="52994"/>
                    <a:pt x="467914" y="40175"/>
                    <a:pt x="496757" y="42097"/>
                  </a:cubicBezTo>
                  <a:close/>
                  <a:moveTo>
                    <a:pt x="352537" y="42097"/>
                  </a:moveTo>
                  <a:cubicBezTo>
                    <a:pt x="382663" y="44020"/>
                    <a:pt x="413430" y="42738"/>
                    <a:pt x="444837" y="42738"/>
                  </a:cubicBezTo>
                  <a:cubicBezTo>
                    <a:pt x="440992" y="72864"/>
                    <a:pt x="430095" y="86966"/>
                    <a:pt x="401252" y="85684"/>
                  </a:cubicBezTo>
                  <a:cubicBezTo>
                    <a:pt x="369203" y="83120"/>
                    <a:pt x="336513" y="85043"/>
                    <a:pt x="301900" y="85043"/>
                  </a:cubicBezTo>
                  <a:cubicBezTo>
                    <a:pt x="307668" y="49788"/>
                    <a:pt x="324975" y="40815"/>
                    <a:pt x="352537" y="42097"/>
                  </a:cubicBezTo>
                  <a:close/>
                  <a:moveTo>
                    <a:pt x="229870" y="39344"/>
                  </a:moveTo>
                  <a:cubicBezTo>
                    <a:pt x="247377" y="39975"/>
                    <a:pt x="269210" y="42098"/>
                    <a:pt x="296772" y="45303"/>
                  </a:cubicBezTo>
                  <a:cubicBezTo>
                    <a:pt x="294208" y="72223"/>
                    <a:pt x="282671" y="86966"/>
                    <a:pt x="253186" y="85684"/>
                  </a:cubicBezTo>
                  <a:cubicBezTo>
                    <a:pt x="219214" y="83761"/>
                    <a:pt x="185883" y="85043"/>
                    <a:pt x="151270" y="85043"/>
                  </a:cubicBezTo>
                  <a:cubicBezTo>
                    <a:pt x="163769" y="48988"/>
                    <a:pt x="177350" y="37451"/>
                    <a:pt x="229870" y="39344"/>
                  </a:cubicBezTo>
                  <a:close/>
                  <a:moveTo>
                    <a:pt x="1149914" y="5561"/>
                  </a:moveTo>
                  <a:cubicBezTo>
                    <a:pt x="1180681" y="4279"/>
                    <a:pt x="1212090" y="4920"/>
                    <a:pt x="1242856" y="5561"/>
                  </a:cubicBezTo>
                  <a:cubicBezTo>
                    <a:pt x="1246702" y="5561"/>
                    <a:pt x="1254394" y="13894"/>
                    <a:pt x="1253753" y="17099"/>
                  </a:cubicBezTo>
                  <a:cubicBezTo>
                    <a:pt x="1252471" y="22867"/>
                    <a:pt x="1247343" y="31841"/>
                    <a:pt x="1242856" y="31841"/>
                  </a:cubicBezTo>
                  <a:cubicBezTo>
                    <a:pt x="1226832" y="33764"/>
                    <a:pt x="1210807" y="32482"/>
                    <a:pt x="1194783" y="32482"/>
                  </a:cubicBezTo>
                  <a:cubicBezTo>
                    <a:pt x="1180041" y="32482"/>
                    <a:pt x="1164657" y="33764"/>
                    <a:pt x="1149914" y="31841"/>
                  </a:cubicBezTo>
                  <a:cubicBezTo>
                    <a:pt x="1144787" y="31200"/>
                    <a:pt x="1136454" y="22867"/>
                    <a:pt x="1137095" y="19022"/>
                  </a:cubicBezTo>
                  <a:cubicBezTo>
                    <a:pt x="1137736" y="13894"/>
                    <a:pt x="1145428" y="5561"/>
                    <a:pt x="1149914" y="5561"/>
                  </a:cubicBezTo>
                  <a:close/>
                  <a:moveTo>
                    <a:pt x="2398300" y="5401"/>
                  </a:moveTo>
                  <a:cubicBezTo>
                    <a:pt x="2420013" y="5241"/>
                    <a:pt x="2441165" y="8767"/>
                    <a:pt x="2461356" y="26714"/>
                  </a:cubicBezTo>
                  <a:cubicBezTo>
                    <a:pt x="2405591" y="43379"/>
                    <a:pt x="2347903" y="36329"/>
                    <a:pt x="2331878" y="6202"/>
                  </a:cubicBezTo>
                  <a:cubicBezTo>
                    <a:pt x="2354312" y="9407"/>
                    <a:pt x="2376587" y="5562"/>
                    <a:pt x="2398300" y="5401"/>
                  </a:cubicBezTo>
                  <a:close/>
                  <a:moveTo>
                    <a:pt x="2240910" y="4950"/>
                  </a:moveTo>
                  <a:cubicBezTo>
                    <a:pt x="2284566" y="2035"/>
                    <a:pt x="2315694" y="13093"/>
                    <a:pt x="2324828" y="35687"/>
                  </a:cubicBezTo>
                  <a:cubicBezTo>
                    <a:pt x="2282523" y="26072"/>
                    <a:pt x="2237654" y="50429"/>
                    <a:pt x="2193427" y="12612"/>
                  </a:cubicBezTo>
                  <a:cubicBezTo>
                    <a:pt x="2210413" y="8445"/>
                    <a:pt x="2226357" y="5922"/>
                    <a:pt x="2240910" y="4950"/>
                  </a:cubicBezTo>
                  <a:close/>
                  <a:moveTo>
                    <a:pt x="1557576" y="4921"/>
                  </a:moveTo>
                  <a:cubicBezTo>
                    <a:pt x="1583856" y="3639"/>
                    <a:pt x="1610778" y="2997"/>
                    <a:pt x="1637699" y="5562"/>
                  </a:cubicBezTo>
                  <a:cubicBezTo>
                    <a:pt x="1646031" y="6203"/>
                    <a:pt x="1653082" y="17099"/>
                    <a:pt x="1661415" y="22868"/>
                  </a:cubicBezTo>
                  <a:cubicBezTo>
                    <a:pt x="1658851" y="26714"/>
                    <a:pt x="1657569" y="29919"/>
                    <a:pt x="1655646" y="33124"/>
                  </a:cubicBezTo>
                  <a:cubicBezTo>
                    <a:pt x="1622956" y="33124"/>
                    <a:pt x="1590266" y="33765"/>
                    <a:pt x="1557576" y="32483"/>
                  </a:cubicBezTo>
                  <a:cubicBezTo>
                    <a:pt x="1551166" y="32483"/>
                    <a:pt x="1545398" y="22227"/>
                    <a:pt x="1538988" y="16459"/>
                  </a:cubicBezTo>
                  <a:cubicBezTo>
                    <a:pt x="1545398" y="12613"/>
                    <a:pt x="1551166" y="5562"/>
                    <a:pt x="1557576" y="4921"/>
                  </a:cubicBezTo>
                  <a:close/>
                  <a:moveTo>
                    <a:pt x="1421689" y="4921"/>
                  </a:moveTo>
                  <a:cubicBezTo>
                    <a:pt x="1449251" y="3639"/>
                    <a:pt x="1477454" y="2997"/>
                    <a:pt x="1505016" y="5562"/>
                  </a:cubicBezTo>
                  <a:cubicBezTo>
                    <a:pt x="1512708" y="6203"/>
                    <a:pt x="1519118" y="17741"/>
                    <a:pt x="1526168" y="24150"/>
                  </a:cubicBezTo>
                  <a:cubicBezTo>
                    <a:pt x="1524246" y="26714"/>
                    <a:pt x="1522322" y="29919"/>
                    <a:pt x="1520400" y="33124"/>
                  </a:cubicBezTo>
                  <a:cubicBezTo>
                    <a:pt x="1487710" y="33124"/>
                    <a:pt x="1454379" y="33765"/>
                    <a:pt x="1421689" y="32483"/>
                  </a:cubicBezTo>
                  <a:cubicBezTo>
                    <a:pt x="1415920" y="32483"/>
                    <a:pt x="1410152" y="23509"/>
                    <a:pt x="1405024" y="18381"/>
                  </a:cubicBezTo>
                  <a:cubicBezTo>
                    <a:pt x="1410792" y="13895"/>
                    <a:pt x="1415920" y="5562"/>
                    <a:pt x="1421689" y="4921"/>
                  </a:cubicBezTo>
                  <a:close/>
                  <a:moveTo>
                    <a:pt x="2020523" y="4920"/>
                  </a:moveTo>
                  <a:cubicBezTo>
                    <a:pt x="2040554" y="8285"/>
                    <a:pt x="2053053" y="16458"/>
                    <a:pt x="2058181" y="29277"/>
                  </a:cubicBezTo>
                  <a:cubicBezTo>
                    <a:pt x="1999852" y="44020"/>
                    <a:pt x="1947292" y="35687"/>
                    <a:pt x="1937677" y="9407"/>
                  </a:cubicBezTo>
                  <a:cubicBezTo>
                    <a:pt x="1972931" y="2997"/>
                    <a:pt x="2000493" y="1555"/>
                    <a:pt x="2020523" y="4920"/>
                  </a:cubicBezTo>
                  <a:close/>
                  <a:moveTo>
                    <a:pt x="2107156" y="4429"/>
                  </a:moveTo>
                  <a:cubicBezTo>
                    <a:pt x="2150122" y="674"/>
                    <a:pt x="2183173" y="11972"/>
                    <a:pt x="2192787" y="36970"/>
                  </a:cubicBezTo>
                  <a:cubicBezTo>
                    <a:pt x="2148559" y="25432"/>
                    <a:pt x="2103691" y="50430"/>
                    <a:pt x="2061386" y="13253"/>
                  </a:cubicBezTo>
                  <a:cubicBezTo>
                    <a:pt x="2077410" y="8606"/>
                    <a:pt x="2092834" y="5682"/>
                    <a:pt x="2107156" y="4429"/>
                  </a:cubicBezTo>
                  <a:close/>
                  <a:moveTo>
                    <a:pt x="888716" y="4359"/>
                  </a:moveTo>
                  <a:cubicBezTo>
                    <a:pt x="904901" y="914"/>
                    <a:pt x="934866" y="2356"/>
                    <a:pt x="993516" y="5562"/>
                  </a:cubicBezTo>
                  <a:cubicBezTo>
                    <a:pt x="981978" y="17740"/>
                    <a:pt x="975568" y="30559"/>
                    <a:pt x="968518" y="31201"/>
                  </a:cubicBezTo>
                  <a:cubicBezTo>
                    <a:pt x="935828" y="33123"/>
                    <a:pt x="902497" y="32483"/>
                    <a:pt x="866602" y="32483"/>
                  </a:cubicBezTo>
                  <a:cubicBezTo>
                    <a:pt x="870127" y="16138"/>
                    <a:pt x="872531" y="7805"/>
                    <a:pt x="888716" y="4359"/>
                  </a:cubicBezTo>
                  <a:close/>
                  <a:moveTo>
                    <a:pt x="1331312" y="4279"/>
                  </a:moveTo>
                  <a:cubicBezTo>
                    <a:pt x="1344772" y="4279"/>
                    <a:pt x="1358874" y="2997"/>
                    <a:pt x="1372334" y="4920"/>
                  </a:cubicBezTo>
                  <a:cubicBezTo>
                    <a:pt x="1378744" y="5562"/>
                    <a:pt x="1383872" y="13894"/>
                    <a:pt x="1389641" y="18381"/>
                  </a:cubicBezTo>
                  <a:cubicBezTo>
                    <a:pt x="1384513" y="23509"/>
                    <a:pt x="1379385" y="32483"/>
                    <a:pt x="1373616" y="32483"/>
                  </a:cubicBezTo>
                  <a:cubicBezTo>
                    <a:pt x="1345413" y="33765"/>
                    <a:pt x="1316569" y="33765"/>
                    <a:pt x="1287725" y="32483"/>
                  </a:cubicBezTo>
                  <a:cubicBezTo>
                    <a:pt x="1281956" y="32483"/>
                    <a:pt x="1276187" y="23509"/>
                    <a:pt x="1270419" y="19022"/>
                  </a:cubicBezTo>
                  <a:cubicBezTo>
                    <a:pt x="1276829" y="13894"/>
                    <a:pt x="1282597" y="6202"/>
                    <a:pt x="1289648" y="4920"/>
                  </a:cubicBezTo>
                  <a:cubicBezTo>
                    <a:pt x="1303750" y="2356"/>
                    <a:pt x="1317210" y="4279"/>
                    <a:pt x="1331312" y="4279"/>
                  </a:cubicBezTo>
                  <a:close/>
                  <a:moveTo>
                    <a:pt x="1759405" y="3799"/>
                  </a:moveTo>
                  <a:cubicBezTo>
                    <a:pt x="1777593" y="7004"/>
                    <a:pt x="1786726" y="14856"/>
                    <a:pt x="1790252" y="27996"/>
                  </a:cubicBezTo>
                  <a:cubicBezTo>
                    <a:pt x="1735769" y="44662"/>
                    <a:pt x="1678081" y="35688"/>
                    <a:pt x="1674235" y="7485"/>
                  </a:cubicBezTo>
                  <a:cubicBezTo>
                    <a:pt x="1713975" y="2036"/>
                    <a:pt x="1741217" y="594"/>
                    <a:pt x="1759405" y="3799"/>
                  </a:cubicBezTo>
                  <a:close/>
                  <a:moveTo>
                    <a:pt x="1117224" y="3638"/>
                  </a:moveTo>
                  <a:cubicBezTo>
                    <a:pt x="1119788" y="6843"/>
                    <a:pt x="1122352" y="10049"/>
                    <a:pt x="1124916" y="13253"/>
                  </a:cubicBezTo>
                  <a:cubicBezTo>
                    <a:pt x="1118506" y="19663"/>
                    <a:pt x="1112096" y="30560"/>
                    <a:pt x="1105045" y="31201"/>
                  </a:cubicBezTo>
                  <a:cubicBezTo>
                    <a:pt x="1071074" y="33124"/>
                    <a:pt x="1037743" y="31842"/>
                    <a:pt x="1003771" y="31842"/>
                  </a:cubicBezTo>
                  <a:cubicBezTo>
                    <a:pt x="1001848" y="27996"/>
                    <a:pt x="999925" y="24791"/>
                    <a:pt x="998643" y="20945"/>
                  </a:cubicBezTo>
                  <a:cubicBezTo>
                    <a:pt x="1006335" y="15176"/>
                    <a:pt x="1013386" y="4280"/>
                    <a:pt x="1021718" y="4280"/>
                  </a:cubicBezTo>
                  <a:cubicBezTo>
                    <a:pt x="1053126" y="2356"/>
                    <a:pt x="1085175" y="3638"/>
                    <a:pt x="1117224" y="3638"/>
                  </a:cubicBezTo>
                  <a:close/>
                  <a:moveTo>
                    <a:pt x="1848320" y="2697"/>
                  </a:moveTo>
                  <a:cubicBezTo>
                    <a:pt x="1887680" y="-127"/>
                    <a:pt x="1918928" y="10209"/>
                    <a:pt x="1924216" y="29919"/>
                  </a:cubicBezTo>
                  <a:cubicBezTo>
                    <a:pt x="1856913" y="43380"/>
                    <a:pt x="1812685" y="35688"/>
                    <a:pt x="1806917" y="10049"/>
                  </a:cubicBezTo>
                  <a:cubicBezTo>
                    <a:pt x="1821179" y="6043"/>
                    <a:pt x="1835200" y="3639"/>
                    <a:pt x="1848320" y="2697"/>
                  </a:cubicBezTo>
                  <a:close/>
                  <a:moveTo>
                    <a:pt x="360550" y="1876"/>
                  </a:moveTo>
                  <a:cubicBezTo>
                    <a:pt x="380901" y="-1649"/>
                    <a:pt x="409264" y="-207"/>
                    <a:pt x="446120" y="6203"/>
                  </a:cubicBezTo>
                  <a:cubicBezTo>
                    <a:pt x="437146" y="33765"/>
                    <a:pt x="386509" y="42098"/>
                    <a:pt x="323052" y="27355"/>
                  </a:cubicBezTo>
                  <a:cubicBezTo>
                    <a:pt x="327859" y="13895"/>
                    <a:pt x="340198" y="5402"/>
                    <a:pt x="360550" y="1876"/>
                  </a:cubicBezTo>
                  <a:close/>
                  <a:moveTo>
                    <a:pt x="716613" y="1716"/>
                  </a:moveTo>
                  <a:cubicBezTo>
                    <a:pt x="712126" y="35047"/>
                    <a:pt x="675590" y="41457"/>
                    <a:pt x="595468" y="23509"/>
                  </a:cubicBezTo>
                  <a:cubicBezTo>
                    <a:pt x="630081" y="-13668"/>
                    <a:pt x="675590" y="12613"/>
                    <a:pt x="716613" y="1716"/>
                  </a:cubicBezTo>
                  <a:close/>
                  <a:moveTo>
                    <a:pt x="800382" y="1645"/>
                  </a:moveTo>
                  <a:cubicBezTo>
                    <a:pt x="816246" y="2316"/>
                    <a:pt x="835675" y="4119"/>
                    <a:pt x="859552" y="6843"/>
                  </a:cubicBezTo>
                  <a:cubicBezTo>
                    <a:pt x="848014" y="17740"/>
                    <a:pt x="841604" y="29919"/>
                    <a:pt x="833913" y="30559"/>
                  </a:cubicBezTo>
                  <a:cubicBezTo>
                    <a:pt x="800582" y="33123"/>
                    <a:pt x="767251" y="31841"/>
                    <a:pt x="730074" y="31841"/>
                  </a:cubicBezTo>
                  <a:cubicBezTo>
                    <a:pt x="737285" y="7805"/>
                    <a:pt x="752789" y="-368"/>
                    <a:pt x="800382" y="1645"/>
                  </a:cubicBezTo>
                  <a:close/>
                  <a:moveTo>
                    <a:pt x="529888" y="603"/>
                  </a:moveTo>
                  <a:cubicBezTo>
                    <a:pt x="544430" y="1274"/>
                    <a:pt x="561497" y="3157"/>
                    <a:pt x="581367" y="6202"/>
                  </a:cubicBezTo>
                  <a:cubicBezTo>
                    <a:pt x="574957" y="34406"/>
                    <a:pt x="532652" y="42097"/>
                    <a:pt x="459581" y="28637"/>
                  </a:cubicBezTo>
                  <a:cubicBezTo>
                    <a:pt x="465350" y="7484"/>
                    <a:pt x="486262" y="-1410"/>
                    <a:pt x="529888" y="603"/>
                  </a:cubicBezTo>
                  <a:close/>
                  <a:moveTo>
                    <a:pt x="310875" y="434"/>
                  </a:moveTo>
                  <a:cubicBezTo>
                    <a:pt x="302542" y="33765"/>
                    <a:pt x="253187" y="42098"/>
                    <a:pt x="179474" y="24151"/>
                  </a:cubicBezTo>
                  <a:cubicBezTo>
                    <a:pt x="221138" y="-16232"/>
                    <a:pt x="268570" y="13254"/>
                    <a:pt x="310875" y="43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7" name="Freeform: Shape 88">
              <a:extLst>
                <a:ext uri="{FF2B5EF4-FFF2-40B4-BE49-F238E27FC236}">
                  <a16:creationId xmlns:a16="http://schemas.microsoft.com/office/drawing/2014/main" xmlns="" id="{0EA97573-6364-4525-AF94-806862AF06ED}"/>
                </a:ext>
              </a:extLst>
            </p:cNvPr>
            <p:cNvSpPr/>
            <p:nvPr/>
          </p:nvSpPr>
          <p:spPr>
            <a:xfrm>
              <a:off x="2354140" y="5141372"/>
              <a:ext cx="621749" cy="153835"/>
            </a:xfrm>
            <a:custGeom>
              <a:avLst/>
              <a:gdLst>
                <a:gd name="connsiteX0" fmla="*/ 874395 w 923925"/>
                <a:gd name="connsiteY0" fmla="*/ 0 h 228600"/>
                <a:gd name="connsiteX1" fmla="*/ 926782 w 923925"/>
                <a:gd name="connsiteY1" fmla="*/ 228600 h 228600"/>
                <a:gd name="connsiteX2" fmla="*/ 0 w 923925"/>
                <a:gd name="connsiteY2" fmla="*/ 228600 h 228600"/>
                <a:gd name="connsiteX3" fmla="*/ 46672 w 923925"/>
                <a:gd name="connsiteY3" fmla="*/ 18097 h 228600"/>
                <a:gd name="connsiteX4" fmla="*/ 75247 w 923925"/>
                <a:gd name="connsiteY4" fmla="*/ 953 h 228600"/>
                <a:gd name="connsiteX5" fmla="*/ 874395 w 923925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3925" h="228600">
                  <a:moveTo>
                    <a:pt x="874395" y="0"/>
                  </a:moveTo>
                  <a:cubicBezTo>
                    <a:pt x="891540" y="74295"/>
                    <a:pt x="908685" y="149543"/>
                    <a:pt x="926782" y="228600"/>
                  </a:cubicBezTo>
                  <a:cubicBezTo>
                    <a:pt x="618172" y="228600"/>
                    <a:pt x="313372" y="228600"/>
                    <a:pt x="0" y="228600"/>
                  </a:cubicBezTo>
                  <a:cubicBezTo>
                    <a:pt x="16192" y="155257"/>
                    <a:pt x="29528" y="85725"/>
                    <a:pt x="46672" y="18097"/>
                  </a:cubicBezTo>
                  <a:cubicBezTo>
                    <a:pt x="48578" y="10478"/>
                    <a:pt x="64770" y="953"/>
                    <a:pt x="75247" y="953"/>
                  </a:cubicBezTo>
                  <a:cubicBezTo>
                    <a:pt x="339090" y="0"/>
                    <a:pt x="603885" y="0"/>
                    <a:pt x="87439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89">
              <a:extLst>
                <a:ext uri="{FF2B5EF4-FFF2-40B4-BE49-F238E27FC236}">
                  <a16:creationId xmlns:a16="http://schemas.microsoft.com/office/drawing/2014/main" xmlns="" id="{B2E2C83E-0298-47A9-B6DD-EDCF9901721D}"/>
                </a:ext>
              </a:extLst>
            </p:cNvPr>
            <p:cNvSpPr/>
            <p:nvPr/>
          </p:nvSpPr>
          <p:spPr>
            <a:xfrm>
              <a:off x="2709333" y="2077401"/>
              <a:ext cx="2660060" cy="2756206"/>
            </a:xfrm>
            <a:custGeom>
              <a:avLst/>
              <a:gdLst>
                <a:gd name="connsiteX0" fmla="*/ 3877491 w 3952875"/>
                <a:gd name="connsiteY0" fmla="*/ 3295792 h 4095750"/>
                <a:gd name="connsiteX1" fmla="*/ 3034528 w 3952875"/>
                <a:gd name="connsiteY1" fmla="*/ 2520458 h 4095750"/>
                <a:gd name="connsiteX2" fmla="*/ 2997381 w 3952875"/>
                <a:gd name="connsiteY2" fmla="*/ 2485215 h 4095750"/>
                <a:gd name="connsiteX3" fmla="*/ 3021193 w 3952875"/>
                <a:gd name="connsiteY3" fmla="*/ 2444258 h 4095750"/>
                <a:gd name="connsiteX4" fmla="*/ 3215503 w 3952875"/>
                <a:gd name="connsiteY4" fmla="*/ 1302210 h 4095750"/>
                <a:gd name="connsiteX5" fmla="*/ 1768656 w 3952875"/>
                <a:gd name="connsiteY5" fmla="*/ 4905 h 4095750"/>
                <a:gd name="connsiteX6" fmla="*/ 217986 w 3952875"/>
                <a:gd name="connsiteY6" fmla="*/ 810720 h 4095750"/>
                <a:gd name="connsiteX7" fmla="*/ 78921 w 3952875"/>
                <a:gd name="connsiteY7" fmla="*/ 1110757 h 4095750"/>
                <a:gd name="connsiteX8" fmla="*/ 325618 w 3952875"/>
                <a:gd name="connsiteY8" fmla="*/ 2589037 h 4095750"/>
                <a:gd name="connsiteX9" fmla="*/ 1662928 w 3952875"/>
                <a:gd name="connsiteY9" fmla="*/ 3242452 h 4095750"/>
                <a:gd name="connsiteX10" fmla="*/ 2351586 w 3952875"/>
                <a:gd name="connsiteY10" fmla="*/ 3085290 h 4095750"/>
                <a:gd name="connsiteX11" fmla="*/ 2367778 w 3952875"/>
                <a:gd name="connsiteY11" fmla="*/ 3106245 h 4095750"/>
                <a:gd name="connsiteX12" fmla="*/ 3026908 w 3952875"/>
                <a:gd name="connsiteY12" fmla="*/ 4010167 h 4095750"/>
                <a:gd name="connsiteX13" fmla="*/ 3383143 w 3952875"/>
                <a:gd name="connsiteY13" fmla="*/ 4050173 h 4095750"/>
                <a:gd name="connsiteX14" fmla="*/ 3854631 w 3952875"/>
                <a:gd name="connsiteY14" fmla="*/ 3633930 h 4095750"/>
                <a:gd name="connsiteX15" fmla="*/ 3892731 w 3952875"/>
                <a:gd name="connsiteY15" fmla="*/ 3592020 h 4095750"/>
                <a:gd name="connsiteX16" fmla="*/ 3957501 w 3952875"/>
                <a:gd name="connsiteY16" fmla="*/ 3442477 h 4095750"/>
                <a:gd name="connsiteX17" fmla="*/ 3877491 w 3952875"/>
                <a:gd name="connsiteY17" fmla="*/ 3295792 h 4095750"/>
                <a:gd name="connsiteX18" fmla="*/ 1598158 w 3952875"/>
                <a:gd name="connsiteY18" fmla="*/ 3039570 h 4095750"/>
                <a:gd name="connsiteX19" fmla="*/ 194173 w 3952875"/>
                <a:gd name="connsiteY19" fmla="*/ 1613677 h 4095750"/>
                <a:gd name="connsiteX20" fmla="*/ 1625781 w 3952875"/>
                <a:gd name="connsiteY20" fmla="*/ 206835 h 4095750"/>
                <a:gd name="connsiteX21" fmla="*/ 3028813 w 3952875"/>
                <a:gd name="connsiteY21" fmla="*/ 1634632 h 4095750"/>
                <a:gd name="connsiteX22" fmla="*/ 1598158 w 3952875"/>
                <a:gd name="connsiteY22" fmla="*/ 3039570 h 409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52875" h="4095750">
                  <a:moveTo>
                    <a:pt x="3877491" y="3295792"/>
                  </a:moveTo>
                  <a:cubicBezTo>
                    <a:pt x="3595551" y="3038617"/>
                    <a:pt x="3315516" y="2778585"/>
                    <a:pt x="3034528" y="2520458"/>
                  </a:cubicBezTo>
                  <a:cubicBezTo>
                    <a:pt x="3022146" y="2509027"/>
                    <a:pt x="3009763" y="2496645"/>
                    <a:pt x="2997381" y="2485215"/>
                  </a:cubicBezTo>
                  <a:cubicBezTo>
                    <a:pt x="3006906" y="2469023"/>
                    <a:pt x="3013574" y="2456640"/>
                    <a:pt x="3021193" y="2444258"/>
                  </a:cubicBezTo>
                  <a:cubicBezTo>
                    <a:pt x="3227886" y="2088022"/>
                    <a:pt x="3294561" y="1706070"/>
                    <a:pt x="3215503" y="1302210"/>
                  </a:cubicBezTo>
                  <a:cubicBezTo>
                    <a:pt x="3077391" y="597360"/>
                    <a:pt x="2480174" y="53482"/>
                    <a:pt x="1768656" y="4905"/>
                  </a:cubicBezTo>
                  <a:cubicBezTo>
                    <a:pt x="1094286" y="-40815"/>
                    <a:pt x="574221" y="233505"/>
                    <a:pt x="217986" y="810720"/>
                  </a:cubicBezTo>
                  <a:cubicBezTo>
                    <a:pt x="196078" y="846915"/>
                    <a:pt x="104638" y="1035510"/>
                    <a:pt x="78921" y="1110757"/>
                  </a:cubicBezTo>
                  <a:cubicBezTo>
                    <a:pt x="-76337" y="1647967"/>
                    <a:pt x="-6804" y="2144220"/>
                    <a:pt x="325618" y="2589037"/>
                  </a:cubicBezTo>
                  <a:cubicBezTo>
                    <a:pt x="657088" y="3031950"/>
                    <a:pt x="1113336" y="3237690"/>
                    <a:pt x="1662928" y="3242452"/>
                  </a:cubicBezTo>
                  <a:cubicBezTo>
                    <a:pt x="1761036" y="3242452"/>
                    <a:pt x="2142036" y="3175777"/>
                    <a:pt x="2351586" y="3085290"/>
                  </a:cubicBezTo>
                  <a:cubicBezTo>
                    <a:pt x="2352538" y="3086242"/>
                    <a:pt x="2360158" y="3095767"/>
                    <a:pt x="2367778" y="3106245"/>
                  </a:cubicBezTo>
                  <a:cubicBezTo>
                    <a:pt x="2587806" y="3407235"/>
                    <a:pt x="2806881" y="3709177"/>
                    <a:pt x="3026908" y="4010167"/>
                  </a:cubicBezTo>
                  <a:cubicBezTo>
                    <a:pt x="3101203" y="4111133"/>
                    <a:pt x="3289799" y="4132087"/>
                    <a:pt x="3383143" y="4050173"/>
                  </a:cubicBezTo>
                  <a:cubicBezTo>
                    <a:pt x="3540306" y="3912060"/>
                    <a:pt x="3697468" y="3772995"/>
                    <a:pt x="3854631" y="3633930"/>
                  </a:cubicBezTo>
                  <a:cubicBezTo>
                    <a:pt x="3868918" y="3621548"/>
                    <a:pt x="3881301" y="3607260"/>
                    <a:pt x="3892731" y="3592020"/>
                  </a:cubicBezTo>
                  <a:cubicBezTo>
                    <a:pt x="3932736" y="3538680"/>
                    <a:pt x="3952738" y="3503437"/>
                    <a:pt x="3957501" y="3442477"/>
                  </a:cubicBezTo>
                  <a:cubicBezTo>
                    <a:pt x="3959406" y="3398662"/>
                    <a:pt x="3910828" y="3326273"/>
                    <a:pt x="3877491" y="3295792"/>
                  </a:cubicBezTo>
                  <a:close/>
                  <a:moveTo>
                    <a:pt x="1598158" y="3039570"/>
                  </a:moveTo>
                  <a:cubicBezTo>
                    <a:pt x="811393" y="3026235"/>
                    <a:pt x="181791" y="2387108"/>
                    <a:pt x="194173" y="1613677"/>
                  </a:cubicBezTo>
                  <a:cubicBezTo>
                    <a:pt x="206556" y="821197"/>
                    <a:pt x="845683" y="193500"/>
                    <a:pt x="1625781" y="206835"/>
                  </a:cubicBezTo>
                  <a:cubicBezTo>
                    <a:pt x="2411593" y="220170"/>
                    <a:pt x="3040243" y="860250"/>
                    <a:pt x="3028813" y="1634632"/>
                  </a:cubicBezTo>
                  <a:cubicBezTo>
                    <a:pt x="3016431" y="2420445"/>
                    <a:pt x="2373493" y="3052905"/>
                    <a:pt x="1598158" y="303957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90">
              <a:extLst>
                <a:ext uri="{FF2B5EF4-FFF2-40B4-BE49-F238E27FC236}">
                  <a16:creationId xmlns:a16="http://schemas.microsoft.com/office/drawing/2014/main" xmlns="" id="{4691E703-8C15-4261-AC49-321CBD1646A0}"/>
                </a:ext>
              </a:extLst>
            </p:cNvPr>
            <p:cNvSpPr/>
            <p:nvPr/>
          </p:nvSpPr>
          <p:spPr>
            <a:xfrm>
              <a:off x="3600791" y="2447478"/>
              <a:ext cx="439253" cy="1392068"/>
            </a:xfrm>
            <a:custGeom>
              <a:avLst/>
              <a:gdLst>
                <a:gd name="connsiteX0" fmla="*/ 25050 w 439253"/>
                <a:gd name="connsiteY0" fmla="*/ 443420 h 1392068"/>
                <a:gd name="connsiteX1" fmla="*/ 413483 w 439253"/>
                <a:gd name="connsiteY1" fmla="*/ 443420 h 1392068"/>
                <a:gd name="connsiteX2" fmla="*/ 413483 w 439253"/>
                <a:gd name="connsiteY2" fmla="*/ 1392068 h 1392068"/>
                <a:gd name="connsiteX3" fmla="*/ 25050 w 439253"/>
                <a:gd name="connsiteY3" fmla="*/ 1392068 h 1392068"/>
                <a:gd name="connsiteX4" fmla="*/ 25050 w 439253"/>
                <a:gd name="connsiteY4" fmla="*/ 443420 h 1392068"/>
                <a:gd name="connsiteX5" fmla="*/ 230242 w 439253"/>
                <a:gd name="connsiteY5" fmla="*/ 103 h 1392068"/>
                <a:gd name="connsiteX6" fmla="*/ 328232 w 439253"/>
                <a:gd name="connsiteY6" fmla="*/ 21015 h 1392068"/>
                <a:gd name="connsiteX7" fmla="*/ 439121 w 439253"/>
                <a:gd name="connsiteY7" fmla="*/ 174849 h 1392068"/>
                <a:gd name="connsiteX8" fmla="*/ 335924 w 439253"/>
                <a:gd name="connsiteY8" fmla="*/ 343427 h 1392068"/>
                <a:gd name="connsiteX9" fmla="*/ 217984 w 439253"/>
                <a:gd name="connsiteY9" fmla="*/ 374194 h 1392068"/>
                <a:gd name="connsiteX10" fmla="*/ 101966 w 439253"/>
                <a:gd name="connsiteY10" fmla="*/ 340222 h 1392068"/>
                <a:gd name="connsiteX11" fmla="*/ 692 w 439253"/>
                <a:gd name="connsiteY11" fmla="*/ 169722 h 1392068"/>
                <a:gd name="connsiteX12" fmla="*/ 130811 w 439253"/>
                <a:gd name="connsiteY12" fmla="*/ 13323 h 1392068"/>
                <a:gd name="connsiteX13" fmla="*/ 230242 w 439253"/>
                <a:gd name="connsiteY13" fmla="*/ 103 h 139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9253" h="1392068">
                  <a:moveTo>
                    <a:pt x="25050" y="443420"/>
                  </a:moveTo>
                  <a:cubicBezTo>
                    <a:pt x="154528" y="443420"/>
                    <a:pt x="282724" y="443420"/>
                    <a:pt x="413483" y="443420"/>
                  </a:cubicBezTo>
                  <a:cubicBezTo>
                    <a:pt x="413483" y="759422"/>
                    <a:pt x="413483" y="1074783"/>
                    <a:pt x="413483" y="1392068"/>
                  </a:cubicBezTo>
                  <a:cubicBezTo>
                    <a:pt x="285287" y="1392068"/>
                    <a:pt x="156451" y="1392068"/>
                    <a:pt x="25050" y="1392068"/>
                  </a:cubicBezTo>
                  <a:cubicBezTo>
                    <a:pt x="25050" y="1074143"/>
                    <a:pt x="25050" y="760063"/>
                    <a:pt x="25050" y="443420"/>
                  </a:cubicBezTo>
                  <a:close/>
                  <a:moveTo>
                    <a:pt x="230242" y="103"/>
                  </a:moveTo>
                  <a:cubicBezTo>
                    <a:pt x="263333" y="984"/>
                    <a:pt x="296183" y="7554"/>
                    <a:pt x="328232" y="21015"/>
                  </a:cubicBezTo>
                  <a:cubicBezTo>
                    <a:pt x="395534" y="49218"/>
                    <a:pt x="435916" y="99214"/>
                    <a:pt x="439121" y="174849"/>
                  </a:cubicBezTo>
                  <a:cubicBezTo>
                    <a:pt x="441685" y="253690"/>
                    <a:pt x="407072" y="312019"/>
                    <a:pt x="335924" y="343427"/>
                  </a:cubicBezTo>
                  <a:cubicBezTo>
                    <a:pt x="300670" y="358810"/>
                    <a:pt x="259647" y="363938"/>
                    <a:pt x="217984" y="374194"/>
                  </a:cubicBezTo>
                  <a:cubicBezTo>
                    <a:pt x="178243" y="362656"/>
                    <a:pt x="137861" y="356887"/>
                    <a:pt x="101966" y="340222"/>
                  </a:cubicBezTo>
                  <a:cubicBezTo>
                    <a:pt x="32741" y="308173"/>
                    <a:pt x="-5718" y="238307"/>
                    <a:pt x="692" y="169722"/>
                  </a:cubicBezTo>
                  <a:cubicBezTo>
                    <a:pt x="8384" y="92164"/>
                    <a:pt x="53893" y="35758"/>
                    <a:pt x="130811" y="13323"/>
                  </a:cubicBezTo>
                  <a:cubicBezTo>
                    <a:pt x="163821" y="4029"/>
                    <a:pt x="197152" y="-778"/>
                    <a:pt x="230242" y="103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8" grpId="0"/>
      <p:bldP spid="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93550" y="140369"/>
            <a:ext cx="11573197" cy="724247"/>
          </a:xfrm>
        </p:spPr>
        <p:txBody>
          <a:bodyPr/>
          <a:lstStyle/>
          <a:p>
            <a:r>
              <a:rPr lang="en-IN" b="1" dirty="0">
                <a:latin typeface="Tempus Sans ITC" pitchFamily="82" charset="0"/>
              </a:rPr>
              <a:t>KPRIET can’t stand still!!</a:t>
            </a:r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6385251D-D20B-474E-B674-04031C245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353425"/>
              </p:ext>
            </p:extLst>
          </p:nvPr>
        </p:nvGraphicFramePr>
        <p:xfrm>
          <a:off x="1578768" y="928121"/>
          <a:ext cx="9201528" cy="5837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9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987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267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7811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r>
                        <a:rPr lang="en-IN" sz="2800" b="1" dirty="0" smtClean="0">
                          <a:solidFill>
                            <a:schemeClr val="bg1"/>
                          </a:solidFill>
                          <a:latin typeface="Bradley Hand ITC" pitchFamily="66" charset="0"/>
                        </a:rPr>
                        <a:t>Online Classes </a:t>
                      </a:r>
                    </a:p>
                    <a:p>
                      <a:r>
                        <a:rPr lang="en-IN" sz="2800" b="1" dirty="0" smtClean="0">
                          <a:solidFill>
                            <a:schemeClr val="bg1"/>
                          </a:solidFill>
                          <a:latin typeface="Bradley Hand ITC" pitchFamily="66" charset="0"/>
                        </a:rPr>
                        <a:t>ICT Tools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kern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 smtClean="0">
                          <a:solidFill>
                            <a:schemeClr val="bg1"/>
                          </a:solidFill>
                          <a:latin typeface="Bradley Hand ITC" pitchFamily="66" charset="0"/>
                        </a:rPr>
                        <a:t>Virtual Labs and recorded lectures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 smtClean="0">
                          <a:solidFill>
                            <a:schemeClr val="bg1"/>
                          </a:solidFill>
                          <a:latin typeface="Bradley Hand ITC" pitchFamily="66" charset="0"/>
                        </a:rPr>
                        <a:t>Product Development (SIG) – Area of Expertise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4356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2200" b="1" kern="1200" dirty="0" smtClean="0">
                          <a:solidFill>
                            <a:schemeClr val="tx1"/>
                          </a:solidFill>
                          <a:latin typeface="Bradley Hand ITC" pitchFamily="66" charset="0"/>
                          <a:cs typeface="Arial" pitchFamily="34" charset="0"/>
                        </a:rPr>
                        <a:t>G suite – Classroom, Meet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dirty="0" err="1" smtClean="0">
                          <a:solidFill>
                            <a:schemeClr val="tx1"/>
                          </a:solidFill>
                          <a:latin typeface="Bradley Hand ITC" pitchFamily="66" charset="0"/>
                        </a:rPr>
                        <a:t>Vlab</a:t>
                      </a:r>
                      <a:endParaRPr lang="en-IN" sz="2200" b="1" dirty="0" smtClean="0">
                        <a:solidFill>
                          <a:schemeClr val="tx1"/>
                        </a:solidFill>
                        <a:latin typeface="Bradley Hand ITC" pitchFamily="66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200" b="1" dirty="0">
                        <a:solidFill>
                          <a:schemeClr val="tx1"/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dirty="0" smtClean="0">
                          <a:latin typeface="Bradley Hand ITC" pitchFamily="66" charset="0"/>
                        </a:rPr>
                        <a:t>Journal Publications- 388</a:t>
                      </a:r>
                      <a:endParaRPr lang="en-JM" altLang="ko-KR" sz="2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440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dirty="0" smtClean="0">
                          <a:latin typeface="Bradley Hand ITC" pitchFamily="66" charset="0"/>
                        </a:rPr>
                        <a:t>Online conferences – 150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3203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dirty="0" smtClean="0">
                          <a:latin typeface="Bradley Hand ITC" pitchFamily="66" charset="0"/>
                        </a:rPr>
                        <a:t>Patents – 9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320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2200" b="1" kern="1200" dirty="0" err="1" smtClean="0">
                          <a:solidFill>
                            <a:schemeClr val="tx1"/>
                          </a:solidFill>
                          <a:latin typeface="Bradley Hand ITC" pitchFamily="66" charset="0"/>
                          <a:cs typeface="Arial" pitchFamily="34" charset="0"/>
                        </a:rPr>
                        <a:t>Jamboard</a:t>
                      </a:r>
                      <a:endParaRPr lang="en-IN" altLang="ko-KR" sz="2200" b="1" kern="1200" dirty="0" smtClean="0">
                        <a:solidFill>
                          <a:schemeClr val="tx1"/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200" b="1" dirty="0">
                        <a:solidFill>
                          <a:schemeClr val="tx1"/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2200" b="1" kern="1200" dirty="0" smtClean="0">
                          <a:solidFill>
                            <a:schemeClr val="tx1"/>
                          </a:solidFill>
                          <a:latin typeface="Bradley Hand ITC" pitchFamily="66" charset="0"/>
                          <a:cs typeface="Arial" pitchFamily="34" charset="0"/>
                        </a:rPr>
                        <a:t>Moodle</a:t>
                      </a:r>
                      <a:endParaRPr lang="en-JM" altLang="ko-KR" sz="2200" b="1" kern="1200" dirty="0">
                        <a:solidFill>
                          <a:schemeClr val="tx1"/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dirty="0" smtClean="0">
                          <a:latin typeface="Bradley Hand ITC" pitchFamily="66" charset="0"/>
                        </a:rPr>
                        <a:t>Proposals – 37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037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2200" b="1" kern="1200" dirty="0" smtClean="0">
                          <a:solidFill>
                            <a:schemeClr val="tx1"/>
                          </a:solidFill>
                          <a:latin typeface="Bradley Hand ITC" pitchFamily="66" charset="0"/>
                          <a:cs typeface="Arial" pitchFamily="34" charset="0"/>
                        </a:rPr>
                        <a:t>Piazza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IN" sz="2200" b="1" dirty="0" smtClean="0">
                          <a:latin typeface="Bradley Hand ITC" pitchFamily="66" charset="0"/>
                        </a:rPr>
                        <a:t>Book chapters - 6</a:t>
                      </a:r>
                    </a:p>
                    <a:p>
                      <a:pPr marL="64008" indent="0" algn="ctr">
                        <a:buNone/>
                      </a:pPr>
                      <a:endParaRPr lang="en-IN" sz="2200" b="1" dirty="0" smtClean="0">
                        <a:latin typeface="Bradley Hand ITC" pitchFamily="66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radley Hand ITC" pitchFamily="66" charset="0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369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265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>
            <a:extLst>
              <a:ext uri="{FF2B5EF4-FFF2-40B4-BE49-F238E27FC236}">
                <a16:creationId xmlns="" xmlns:a16="http://schemas.microsoft.com/office/drawing/2014/main" id="{FF1EE9CA-FAF3-4082-9A3B-C14C34E5E508}"/>
              </a:ext>
            </a:extLst>
          </p:cNvPr>
          <p:cNvSpPr/>
          <p:nvPr/>
        </p:nvSpPr>
        <p:spPr>
          <a:xfrm>
            <a:off x="587829" y="2727036"/>
            <a:ext cx="10956217" cy="2366505"/>
          </a:xfrm>
          <a:custGeom>
            <a:avLst/>
            <a:gdLst>
              <a:gd name="connsiteX0" fmla="*/ 0 w 7344461"/>
              <a:gd name="connsiteY0" fmla="*/ 1843430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2472538 w 7344461"/>
              <a:gd name="connsiteY9" fmla="*/ 409651 h 3489350"/>
              <a:gd name="connsiteX10" fmla="*/ 3160166 w 7344461"/>
              <a:gd name="connsiteY10" fmla="*/ 14630 h 3489350"/>
              <a:gd name="connsiteX11" fmla="*/ 3803904 w 7344461"/>
              <a:gd name="connsiteY11" fmla="*/ 387705 h 3489350"/>
              <a:gd name="connsiteX12" fmla="*/ 4462272 w 7344461"/>
              <a:gd name="connsiteY12" fmla="*/ 0 h 3489350"/>
              <a:gd name="connsiteX13" fmla="*/ 5113325 w 7344461"/>
              <a:gd name="connsiteY13" fmla="*/ 475488 h 3489350"/>
              <a:gd name="connsiteX14" fmla="*/ 4096512 w 7344461"/>
              <a:gd name="connsiteY14" fmla="*/ 1821485 h 3489350"/>
              <a:gd name="connsiteX15" fmla="*/ 5479085 w 7344461"/>
              <a:gd name="connsiteY15" fmla="*/ 1836115 h 3489350"/>
              <a:gd name="connsiteX16" fmla="*/ 5698541 w 7344461"/>
              <a:gd name="connsiteY16" fmla="*/ 2179929 h 3489350"/>
              <a:gd name="connsiteX17" fmla="*/ 5888736 w 7344461"/>
              <a:gd name="connsiteY17" fmla="*/ 29261 h 3489350"/>
              <a:gd name="connsiteX18" fmla="*/ 6166714 w 7344461"/>
              <a:gd name="connsiteY18" fmla="*/ 3489350 h 3489350"/>
              <a:gd name="connsiteX19" fmla="*/ 6510528 w 7344461"/>
              <a:gd name="connsiteY19" fmla="*/ 1331366 h 3489350"/>
              <a:gd name="connsiteX20" fmla="*/ 6620256 w 7344461"/>
              <a:gd name="connsiteY20" fmla="*/ 1916582 h 3489350"/>
              <a:gd name="connsiteX21" fmla="*/ 7344461 w 7344461"/>
              <a:gd name="connsiteY21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96512 w 7344461"/>
              <a:gd name="connsiteY15" fmla="*/ 1821485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916582 h 3489350"/>
              <a:gd name="connsiteX23" fmla="*/ 7344461 w 7344461"/>
              <a:gd name="connsiteY23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880006 h 3489350"/>
              <a:gd name="connsiteX23" fmla="*/ 7344461 w 7344461"/>
              <a:gd name="connsiteY23" fmla="*/ 1865376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994867 w 7366407"/>
              <a:gd name="connsiteY2" fmla="*/ 1316736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1009498 w 7366407"/>
              <a:gd name="connsiteY2" fmla="*/ 1228954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609344 w 7366407"/>
              <a:gd name="connsiteY4" fmla="*/ 43891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698541 w 7366407"/>
              <a:gd name="connsiteY17" fmla="*/ 2179929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793639 w 7366407"/>
              <a:gd name="connsiteY17" fmla="*/ 2238451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5976519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61734 w 7366407"/>
              <a:gd name="connsiteY20" fmla="*/ 126552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50745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1770 w 7366407"/>
              <a:gd name="connsiteY15" fmla="*/ 1880006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140402 w 7366407"/>
              <a:gd name="connsiteY14" fmla="*/ 1880007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01871 w 7366407"/>
              <a:gd name="connsiteY7" fmla="*/ 1853012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9690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60857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462272 w 7454190"/>
              <a:gd name="connsiteY11" fmla="*/ 872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9049317"/>
              <a:gd name="connsiteY0" fmla="*/ 1873451 h 3563263"/>
              <a:gd name="connsiteX1" fmla="*/ 907085 w 9049317"/>
              <a:gd name="connsiteY1" fmla="*/ 1866137 h 3563263"/>
              <a:gd name="connsiteX2" fmla="*/ 1009498 w 9049317"/>
              <a:gd name="connsiteY2" fmla="*/ 1237030 h 3563263"/>
              <a:gd name="connsiteX3" fmla="*/ 1294790 w 9049317"/>
              <a:gd name="connsiteY3" fmla="*/ 3563263 h 3563263"/>
              <a:gd name="connsiteX4" fmla="*/ 1587398 w 9049317"/>
              <a:gd name="connsiteY4" fmla="*/ 15391 h 3563263"/>
              <a:gd name="connsiteX5" fmla="*/ 1865376 w 9049317"/>
              <a:gd name="connsiteY5" fmla="*/ 2239211 h 3563263"/>
              <a:gd name="connsiteX6" fmla="*/ 2038831 w 9049317"/>
              <a:gd name="connsiteY6" fmla="*/ 1875718 h 3563263"/>
              <a:gd name="connsiteX7" fmla="*/ 3457980 w 9049317"/>
              <a:gd name="connsiteY7" fmla="*/ 1890349 h 3563263"/>
              <a:gd name="connsiteX8" fmla="*/ 2443277 w 9049317"/>
              <a:gd name="connsiteY8" fmla="*/ 490879 h 3563263"/>
              <a:gd name="connsiteX9" fmla="*/ 3043123 w 9049317"/>
              <a:gd name="connsiteY9" fmla="*/ 761 h 3563263"/>
              <a:gd name="connsiteX10" fmla="*/ 3803904 w 9049317"/>
              <a:gd name="connsiteY10" fmla="*/ 395781 h 3563263"/>
              <a:gd name="connsiteX11" fmla="*/ 4586631 w 9049317"/>
              <a:gd name="connsiteY11" fmla="*/ 22706 h 3563263"/>
              <a:gd name="connsiteX12" fmla="*/ 5171847 w 9049317"/>
              <a:gd name="connsiteY12" fmla="*/ 483564 h 3563263"/>
              <a:gd name="connsiteX13" fmla="*/ 4140402 w 9049317"/>
              <a:gd name="connsiteY13" fmla="*/ 1880768 h 3563263"/>
              <a:gd name="connsiteX14" fmla="*/ 5498920 w 9049317"/>
              <a:gd name="connsiteY14" fmla="*/ 1897663 h 3563263"/>
              <a:gd name="connsiteX15" fmla="*/ 5720487 w 9049317"/>
              <a:gd name="connsiteY15" fmla="*/ 2239211 h 3563263"/>
              <a:gd name="connsiteX16" fmla="*/ 6005780 w 9049317"/>
              <a:gd name="connsiteY16" fmla="*/ 761 h 3563263"/>
              <a:gd name="connsiteX17" fmla="*/ 6269127 w 9049317"/>
              <a:gd name="connsiteY17" fmla="*/ 3534002 h 3563263"/>
              <a:gd name="connsiteX18" fmla="*/ 6590995 w 9049317"/>
              <a:gd name="connsiteY18" fmla="*/ 1251660 h 3563263"/>
              <a:gd name="connsiteX19" fmla="*/ 6686093 w 9049317"/>
              <a:gd name="connsiteY19" fmla="*/ 1895397 h 3563263"/>
              <a:gd name="connsiteX20" fmla="*/ 9049317 w 9049317"/>
              <a:gd name="connsiteY20" fmla="*/ 1903256 h 3563263"/>
              <a:gd name="connsiteX0" fmla="*/ 0 w 9151469"/>
              <a:gd name="connsiteY0" fmla="*/ 1873451 h 3563263"/>
              <a:gd name="connsiteX1" fmla="*/ 907085 w 9151469"/>
              <a:gd name="connsiteY1" fmla="*/ 1866137 h 3563263"/>
              <a:gd name="connsiteX2" fmla="*/ 1009498 w 9151469"/>
              <a:gd name="connsiteY2" fmla="*/ 1237030 h 3563263"/>
              <a:gd name="connsiteX3" fmla="*/ 1294790 w 9151469"/>
              <a:gd name="connsiteY3" fmla="*/ 3563263 h 3563263"/>
              <a:gd name="connsiteX4" fmla="*/ 1587398 w 9151469"/>
              <a:gd name="connsiteY4" fmla="*/ 15391 h 3563263"/>
              <a:gd name="connsiteX5" fmla="*/ 1865376 w 9151469"/>
              <a:gd name="connsiteY5" fmla="*/ 2239211 h 3563263"/>
              <a:gd name="connsiteX6" fmla="*/ 2038831 w 9151469"/>
              <a:gd name="connsiteY6" fmla="*/ 1875718 h 3563263"/>
              <a:gd name="connsiteX7" fmla="*/ 3457980 w 9151469"/>
              <a:gd name="connsiteY7" fmla="*/ 1890349 h 3563263"/>
              <a:gd name="connsiteX8" fmla="*/ 2443277 w 9151469"/>
              <a:gd name="connsiteY8" fmla="*/ 490879 h 3563263"/>
              <a:gd name="connsiteX9" fmla="*/ 3043123 w 9151469"/>
              <a:gd name="connsiteY9" fmla="*/ 761 h 3563263"/>
              <a:gd name="connsiteX10" fmla="*/ 3803904 w 9151469"/>
              <a:gd name="connsiteY10" fmla="*/ 395781 h 3563263"/>
              <a:gd name="connsiteX11" fmla="*/ 4586631 w 9151469"/>
              <a:gd name="connsiteY11" fmla="*/ 22706 h 3563263"/>
              <a:gd name="connsiteX12" fmla="*/ 5171847 w 9151469"/>
              <a:gd name="connsiteY12" fmla="*/ 483564 h 3563263"/>
              <a:gd name="connsiteX13" fmla="*/ 4140402 w 9151469"/>
              <a:gd name="connsiteY13" fmla="*/ 1880768 h 3563263"/>
              <a:gd name="connsiteX14" fmla="*/ 5498920 w 9151469"/>
              <a:gd name="connsiteY14" fmla="*/ 1897663 h 3563263"/>
              <a:gd name="connsiteX15" fmla="*/ 5720487 w 9151469"/>
              <a:gd name="connsiteY15" fmla="*/ 2239211 h 3563263"/>
              <a:gd name="connsiteX16" fmla="*/ 6005780 w 9151469"/>
              <a:gd name="connsiteY16" fmla="*/ 761 h 3563263"/>
              <a:gd name="connsiteX17" fmla="*/ 6269127 w 9151469"/>
              <a:gd name="connsiteY17" fmla="*/ 3534002 h 3563263"/>
              <a:gd name="connsiteX18" fmla="*/ 6590995 w 9151469"/>
              <a:gd name="connsiteY18" fmla="*/ 1251660 h 3563263"/>
              <a:gd name="connsiteX19" fmla="*/ 6686093 w 9151469"/>
              <a:gd name="connsiteY19" fmla="*/ 1895397 h 3563263"/>
              <a:gd name="connsiteX20" fmla="*/ 9151469 w 9151469"/>
              <a:gd name="connsiteY20" fmla="*/ 1903256 h 3563263"/>
              <a:gd name="connsiteX0" fmla="*/ 0 w 9088607"/>
              <a:gd name="connsiteY0" fmla="*/ 1873451 h 3563263"/>
              <a:gd name="connsiteX1" fmla="*/ 907085 w 9088607"/>
              <a:gd name="connsiteY1" fmla="*/ 1866137 h 3563263"/>
              <a:gd name="connsiteX2" fmla="*/ 1009498 w 9088607"/>
              <a:gd name="connsiteY2" fmla="*/ 1237030 h 3563263"/>
              <a:gd name="connsiteX3" fmla="*/ 1294790 w 9088607"/>
              <a:gd name="connsiteY3" fmla="*/ 3563263 h 3563263"/>
              <a:gd name="connsiteX4" fmla="*/ 1587398 w 9088607"/>
              <a:gd name="connsiteY4" fmla="*/ 15391 h 3563263"/>
              <a:gd name="connsiteX5" fmla="*/ 1865376 w 9088607"/>
              <a:gd name="connsiteY5" fmla="*/ 2239211 h 3563263"/>
              <a:gd name="connsiteX6" fmla="*/ 2038831 w 9088607"/>
              <a:gd name="connsiteY6" fmla="*/ 1875718 h 3563263"/>
              <a:gd name="connsiteX7" fmla="*/ 3457980 w 9088607"/>
              <a:gd name="connsiteY7" fmla="*/ 1890349 h 3563263"/>
              <a:gd name="connsiteX8" fmla="*/ 2443277 w 9088607"/>
              <a:gd name="connsiteY8" fmla="*/ 490879 h 3563263"/>
              <a:gd name="connsiteX9" fmla="*/ 3043123 w 9088607"/>
              <a:gd name="connsiteY9" fmla="*/ 761 h 3563263"/>
              <a:gd name="connsiteX10" fmla="*/ 3803904 w 9088607"/>
              <a:gd name="connsiteY10" fmla="*/ 395781 h 3563263"/>
              <a:gd name="connsiteX11" fmla="*/ 4586631 w 9088607"/>
              <a:gd name="connsiteY11" fmla="*/ 22706 h 3563263"/>
              <a:gd name="connsiteX12" fmla="*/ 5171847 w 9088607"/>
              <a:gd name="connsiteY12" fmla="*/ 483564 h 3563263"/>
              <a:gd name="connsiteX13" fmla="*/ 4140402 w 9088607"/>
              <a:gd name="connsiteY13" fmla="*/ 1880768 h 3563263"/>
              <a:gd name="connsiteX14" fmla="*/ 5498920 w 9088607"/>
              <a:gd name="connsiteY14" fmla="*/ 1897663 h 3563263"/>
              <a:gd name="connsiteX15" fmla="*/ 5720487 w 9088607"/>
              <a:gd name="connsiteY15" fmla="*/ 2239211 h 3563263"/>
              <a:gd name="connsiteX16" fmla="*/ 6005780 w 9088607"/>
              <a:gd name="connsiteY16" fmla="*/ 761 h 3563263"/>
              <a:gd name="connsiteX17" fmla="*/ 6269127 w 9088607"/>
              <a:gd name="connsiteY17" fmla="*/ 3534002 h 3563263"/>
              <a:gd name="connsiteX18" fmla="*/ 6590995 w 9088607"/>
              <a:gd name="connsiteY18" fmla="*/ 1251660 h 3563263"/>
              <a:gd name="connsiteX19" fmla="*/ 6686093 w 9088607"/>
              <a:gd name="connsiteY19" fmla="*/ 1895397 h 3563263"/>
              <a:gd name="connsiteX20" fmla="*/ 9088607 w 9088607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1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930018 h 3611972"/>
              <a:gd name="connsiteX1" fmla="*/ 2345056 w 10526578"/>
              <a:gd name="connsiteY1" fmla="*/ 1914846 h 3611972"/>
              <a:gd name="connsiteX2" fmla="*/ 2447469 w 10526578"/>
              <a:gd name="connsiteY2" fmla="*/ 1285739 h 3611972"/>
              <a:gd name="connsiteX3" fmla="*/ 2732761 w 10526578"/>
              <a:gd name="connsiteY3" fmla="*/ 3611972 h 3611972"/>
              <a:gd name="connsiteX4" fmla="*/ 3025369 w 10526578"/>
              <a:gd name="connsiteY4" fmla="*/ 64100 h 3611972"/>
              <a:gd name="connsiteX5" fmla="*/ 3303347 w 10526578"/>
              <a:gd name="connsiteY5" fmla="*/ 2287920 h 3611972"/>
              <a:gd name="connsiteX6" fmla="*/ 3476802 w 10526578"/>
              <a:gd name="connsiteY6" fmla="*/ 1924427 h 3611972"/>
              <a:gd name="connsiteX7" fmla="*/ 4895951 w 10526578"/>
              <a:gd name="connsiteY7" fmla="*/ 1939058 h 3611972"/>
              <a:gd name="connsiteX8" fmla="*/ 3881248 w 10526578"/>
              <a:gd name="connsiteY8" fmla="*/ 539588 h 3611972"/>
              <a:gd name="connsiteX9" fmla="*/ 4481094 w 10526578"/>
              <a:gd name="connsiteY9" fmla="*/ 49470 h 3611972"/>
              <a:gd name="connsiteX10" fmla="*/ 6024602 w 10526578"/>
              <a:gd name="connsiteY10" fmla="*/ 71415 h 3611972"/>
              <a:gd name="connsiteX11" fmla="*/ 6609818 w 10526578"/>
              <a:gd name="connsiteY11" fmla="*/ 532273 h 3611972"/>
              <a:gd name="connsiteX12" fmla="*/ 5578373 w 10526578"/>
              <a:gd name="connsiteY12" fmla="*/ 1929477 h 3611972"/>
              <a:gd name="connsiteX13" fmla="*/ 6936891 w 10526578"/>
              <a:gd name="connsiteY13" fmla="*/ 1946372 h 3611972"/>
              <a:gd name="connsiteX14" fmla="*/ 7158458 w 10526578"/>
              <a:gd name="connsiteY14" fmla="*/ 2287920 h 3611972"/>
              <a:gd name="connsiteX15" fmla="*/ 7443751 w 10526578"/>
              <a:gd name="connsiteY15" fmla="*/ 49470 h 3611972"/>
              <a:gd name="connsiteX16" fmla="*/ 7707098 w 10526578"/>
              <a:gd name="connsiteY16" fmla="*/ 3582711 h 3611972"/>
              <a:gd name="connsiteX17" fmla="*/ 8028966 w 10526578"/>
              <a:gd name="connsiteY17" fmla="*/ 1300369 h 3611972"/>
              <a:gd name="connsiteX18" fmla="*/ 8124064 w 10526578"/>
              <a:gd name="connsiteY18" fmla="*/ 1944106 h 3611972"/>
              <a:gd name="connsiteX19" fmla="*/ 10526578 w 10526578"/>
              <a:gd name="connsiteY19" fmla="*/ 1951965 h 3611972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3881248 w 10526578"/>
              <a:gd name="connsiteY8" fmla="*/ 490119 h 3562503"/>
              <a:gd name="connsiteX9" fmla="*/ 6024602 w 10526578"/>
              <a:gd name="connsiteY9" fmla="*/ 21946 h 3562503"/>
              <a:gd name="connsiteX10" fmla="*/ 6609818 w 10526578"/>
              <a:gd name="connsiteY10" fmla="*/ 482804 h 3562503"/>
              <a:gd name="connsiteX11" fmla="*/ 5578373 w 10526578"/>
              <a:gd name="connsiteY11" fmla="*/ 1880008 h 3562503"/>
              <a:gd name="connsiteX12" fmla="*/ 6936891 w 10526578"/>
              <a:gd name="connsiteY12" fmla="*/ 1896903 h 3562503"/>
              <a:gd name="connsiteX13" fmla="*/ 7158458 w 10526578"/>
              <a:gd name="connsiteY13" fmla="*/ 2238451 h 3562503"/>
              <a:gd name="connsiteX14" fmla="*/ 7443751 w 10526578"/>
              <a:gd name="connsiteY14" fmla="*/ 1 h 3562503"/>
              <a:gd name="connsiteX15" fmla="*/ 7707098 w 10526578"/>
              <a:gd name="connsiteY15" fmla="*/ 3533242 h 3562503"/>
              <a:gd name="connsiteX16" fmla="*/ 8028966 w 10526578"/>
              <a:gd name="connsiteY16" fmla="*/ 1250900 h 3562503"/>
              <a:gd name="connsiteX17" fmla="*/ 8124064 w 10526578"/>
              <a:gd name="connsiteY17" fmla="*/ 1894637 h 3562503"/>
              <a:gd name="connsiteX18" fmla="*/ 10526578 w 10526578"/>
              <a:gd name="connsiteY18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024602 w 10526578"/>
              <a:gd name="connsiteY8" fmla="*/ 21946 h 3562503"/>
              <a:gd name="connsiteX9" fmla="*/ 6609818 w 10526578"/>
              <a:gd name="connsiteY9" fmla="*/ 482804 h 3562503"/>
              <a:gd name="connsiteX10" fmla="*/ 5578373 w 10526578"/>
              <a:gd name="connsiteY10" fmla="*/ 1880008 h 3562503"/>
              <a:gd name="connsiteX11" fmla="*/ 6936891 w 10526578"/>
              <a:gd name="connsiteY11" fmla="*/ 1896903 h 3562503"/>
              <a:gd name="connsiteX12" fmla="*/ 7158458 w 10526578"/>
              <a:gd name="connsiteY12" fmla="*/ 2238451 h 3562503"/>
              <a:gd name="connsiteX13" fmla="*/ 7443751 w 10526578"/>
              <a:gd name="connsiteY13" fmla="*/ 1 h 3562503"/>
              <a:gd name="connsiteX14" fmla="*/ 7707098 w 10526578"/>
              <a:gd name="connsiteY14" fmla="*/ 3533242 h 3562503"/>
              <a:gd name="connsiteX15" fmla="*/ 8028966 w 10526578"/>
              <a:gd name="connsiteY15" fmla="*/ 1250900 h 3562503"/>
              <a:gd name="connsiteX16" fmla="*/ 8124064 w 10526578"/>
              <a:gd name="connsiteY16" fmla="*/ 1894637 h 3562503"/>
              <a:gd name="connsiteX17" fmla="*/ 10526578 w 10526578"/>
              <a:gd name="connsiteY17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609818 w 10526578"/>
              <a:gd name="connsiteY8" fmla="*/ 482804 h 3562503"/>
              <a:gd name="connsiteX9" fmla="*/ 5578373 w 10526578"/>
              <a:gd name="connsiteY9" fmla="*/ 1880008 h 3562503"/>
              <a:gd name="connsiteX10" fmla="*/ 6936891 w 10526578"/>
              <a:gd name="connsiteY10" fmla="*/ 1896903 h 3562503"/>
              <a:gd name="connsiteX11" fmla="*/ 7158458 w 10526578"/>
              <a:gd name="connsiteY11" fmla="*/ 2238451 h 3562503"/>
              <a:gd name="connsiteX12" fmla="*/ 7443751 w 10526578"/>
              <a:gd name="connsiteY12" fmla="*/ 1 h 3562503"/>
              <a:gd name="connsiteX13" fmla="*/ 7707098 w 10526578"/>
              <a:gd name="connsiteY13" fmla="*/ 3533242 h 3562503"/>
              <a:gd name="connsiteX14" fmla="*/ 8028966 w 10526578"/>
              <a:gd name="connsiteY14" fmla="*/ 1250900 h 3562503"/>
              <a:gd name="connsiteX15" fmla="*/ 8124064 w 10526578"/>
              <a:gd name="connsiteY15" fmla="*/ 1894637 h 3562503"/>
              <a:gd name="connsiteX16" fmla="*/ 10526578 w 10526578"/>
              <a:gd name="connsiteY16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224844 w 10526578"/>
              <a:gd name="connsiteY10" fmla="*/ 3305198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91650 w 10526578"/>
              <a:gd name="connsiteY10" fmla="*/ 2848025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2662007"/>
              <a:gd name="connsiteY0" fmla="*/ 1880551 h 3562503"/>
              <a:gd name="connsiteX1" fmla="*/ 4480485 w 12662007"/>
              <a:gd name="connsiteY1" fmla="*/ 1865377 h 3562503"/>
              <a:gd name="connsiteX2" fmla="*/ 4582898 w 12662007"/>
              <a:gd name="connsiteY2" fmla="*/ 1236270 h 3562503"/>
              <a:gd name="connsiteX3" fmla="*/ 4868190 w 12662007"/>
              <a:gd name="connsiteY3" fmla="*/ 3562503 h 3562503"/>
              <a:gd name="connsiteX4" fmla="*/ 5160798 w 12662007"/>
              <a:gd name="connsiteY4" fmla="*/ 14631 h 3562503"/>
              <a:gd name="connsiteX5" fmla="*/ 5471971 w 12662007"/>
              <a:gd name="connsiteY5" fmla="*/ 3076606 h 3562503"/>
              <a:gd name="connsiteX6" fmla="*/ 5612231 w 12662007"/>
              <a:gd name="connsiteY6" fmla="*/ 1874958 h 3562503"/>
              <a:gd name="connsiteX7" fmla="*/ 7031380 w 12662007"/>
              <a:gd name="connsiteY7" fmla="*/ 1889589 h 3562503"/>
              <a:gd name="connsiteX8" fmla="*/ 7713802 w 12662007"/>
              <a:gd name="connsiteY8" fmla="*/ 1880008 h 3562503"/>
              <a:gd name="connsiteX9" fmla="*/ 9072320 w 12662007"/>
              <a:gd name="connsiteY9" fmla="*/ 1896903 h 3562503"/>
              <a:gd name="connsiteX10" fmla="*/ 9327079 w 12662007"/>
              <a:gd name="connsiteY10" fmla="*/ 2848025 h 3562503"/>
              <a:gd name="connsiteX11" fmla="*/ 9579180 w 12662007"/>
              <a:gd name="connsiteY11" fmla="*/ 1 h 3562503"/>
              <a:gd name="connsiteX12" fmla="*/ 9842527 w 12662007"/>
              <a:gd name="connsiteY12" fmla="*/ 3533242 h 3562503"/>
              <a:gd name="connsiteX13" fmla="*/ 10164395 w 12662007"/>
              <a:gd name="connsiteY13" fmla="*/ 1250900 h 3562503"/>
              <a:gd name="connsiteX14" fmla="*/ 10259493 w 12662007"/>
              <a:gd name="connsiteY14" fmla="*/ 1894637 h 3562503"/>
              <a:gd name="connsiteX15" fmla="*/ 12662007 w 12662007"/>
              <a:gd name="connsiteY15" fmla="*/ 1902496 h 3562503"/>
              <a:gd name="connsiteX0" fmla="*/ 0 w 14808500"/>
              <a:gd name="connsiteY0" fmla="*/ 1880551 h 3562503"/>
              <a:gd name="connsiteX1" fmla="*/ 4480485 w 14808500"/>
              <a:gd name="connsiteY1" fmla="*/ 1865377 h 3562503"/>
              <a:gd name="connsiteX2" fmla="*/ 4582898 w 14808500"/>
              <a:gd name="connsiteY2" fmla="*/ 1236270 h 3562503"/>
              <a:gd name="connsiteX3" fmla="*/ 4868190 w 14808500"/>
              <a:gd name="connsiteY3" fmla="*/ 3562503 h 3562503"/>
              <a:gd name="connsiteX4" fmla="*/ 5160798 w 14808500"/>
              <a:gd name="connsiteY4" fmla="*/ 14631 h 3562503"/>
              <a:gd name="connsiteX5" fmla="*/ 5471971 w 14808500"/>
              <a:gd name="connsiteY5" fmla="*/ 3076606 h 3562503"/>
              <a:gd name="connsiteX6" fmla="*/ 5612231 w 14808500"/>
              <a:gd name="connsiteY6" fmla="*/ 1874958 h 3562503"/>
              <a:gd name="connsiteX7" fmla="*/ 7031380 w 14808500"/>
              <a:gd name="connsiteY7" fmla="*/ 1889589 h 3562503"/>
              <a:gd name="connsiteX8" fmla="*/ 7713802 w 14808500"/>
              <a:gd name="connsiteY8" fmla="*/ 1880008 h 3562503"/>
              <a:gd name="connsiteX9" fmla="*/ 9072320 w 14808500"/>
              <a:gd name="connsiteY9" fmla="*/ 1896903 h 3562503"/>
              <a:gd name="connsiteX10" fmla="*/ 9327079 w 14808500"/>
              <a:gd name="connsiteY10" fmla="*/ 2848025 h 3562503"/>
              <a:gd name="connsiteX11" fmla="*/ 9579180 w 14808500"/>
              <a:gd name="connsiteY11" fmla="*/ 1 h 3562503"/>
              <a:gd name="connsiteX12" fmla="*/ 9842527 w 14808500"/>
              <a:gd name="connsiteY12" fmla="*/ 3533242 h 3562503"/>
              <a:gd name="connsiteX13" fmla="*/ 10164395 w 14808500"/>
              <a:gd name="connsiteY13" fmla="*/ 1250900 h 3562503"/>
              <a:gd name="connsiteX14" fmla="*/ 10259493 w 14808500"/>
              <a:gd name="connsiteY14" fmla="*/ 1894637 h 3562503"/>
              <a:gd name="connsiteX15" fmla="*/ 14808500 w 14808500"/>
              <a:gd name="connsiteY15" fmla="*/ 1940591 h 3562503"/>
              <a:gd name="connsiteX0" fmla="*/ 0 w 18482842"/>
              <a:gd name="connsiteY0" fmla="*/ 1904392 h 3562502"/>
              <a:gd name="connsiteX1" fmla="*/ 8154827 w 18482842"/>
              <a:gd name="connsiteY1" fmla="*/ 1865376 h 3562502"/>
              <a:gd name="connsiteX2" fmla="*/ 8257240 w 18482842"/>
              <a:gd name="connsiteY2" fmla="*/ 1236269 h 3562502"/>
              <a:gd name="connsiteX3" fmla="*/ 8542532 w 18482842"/>
              <a:gd name="connsiteY3" fmla="*/ 3562502 h 3562502"/>
              <a:gd name="connsiteX4" fmla="*/ 8835140 w 18482842"/>
              <a:gd name="connsiteY4" fmla="*/ 14630 h 3562502"/>
              <a:gd name="connsiteX5" fmla="*/ 9146313 w 18482842"/>
              <a:gd name="connsiteY5" fmla="*/ 3076605 h 3562502"/>
              <a:gd name="connsiteX6" fmla="*/ 9286573 w 18482842"/>
              <a:gd name="connsiteY6" fmla="*/ 1874957 h 3562502"/>
              <a:gd name="connsiteX7" fmla="*/ 10705722 w 18482842"/>
              <a:gd name="connsiteY7" fmla="*/ 1889588 h 3562502"/>
              <a:gd name="connsiteX8" fmla="*/ 11388144 w 18482842"/>
              <a:gd name="connsiteY8" fmla="*/ 1880007 h 3562502"/>
              <a:gd name="connsiteX9" fmla="*/ 12746662 w 18482842"/>
              <a:gd name="connsiteY9" fmla="*/ 1896902 h 3562502"/>
              <a:gd name="connsiteX10" fmla="*/ 13001421 w 18482842"/>
              <a:gd name="connsiteY10" fmla="*/ 2848024 h 3562502"/>
              <a:gd name="connsiteX11" fmla="*/ 13253522 w 18482842"/>
              <a:gd name="connsiteY11" fmla="*/ 0 h 3562502"/>
              <a:gd name="connsiteX12" fmla="*/ 13516869 w 18482842"/>
              <a:gd name="connsiteY12" fmla="*/ 3533241 h 3562502"/>
              <a:gd name="connsiteX13" fmla="*/ 13838737 w 18482842"/>
              <a:gd name="connsiteY13" fmla="*/ 1250899 h 3562502"/>
              <a:gd name="connsiteX14" fmla="*/ 13933835 w 18482842"/>
              <a:gd name="connsiteY14" fmla="*/ 1894636 h 3562502"/>
              <a:gd name="connsiteX15" fmla="*/ 18482842 w 18482842"/>
              <a:gd name="connsiteY15" fmla="*/ 1940590 h 3562502"/>
              <a:gd name="connsiteX0" fmla="*/ 0 w 14744037"/>
              <a:gd name="connsiteY0" fmla="*/ 1904392 h 3562502"/>
              <a:gd name="connsiteX1" fmla="*/ 8154827 w 14744037"/>
              <a:gd name="connsiteY1" fmla="*/ 1865376 h 3562502"/>
              <a:gd name="connsiteX2" fmla="*/ 8257240 w 14744037"/>
              <a:gd name="connsiteY2" fmla="*/ 1236269 h 3562502"/>
              <a:gd name="connsiteX3" fmla="*/ 8542532 w 14744037"/>
              <a:gd name="connsiteY3" fmla="*/ 3562502 h 3562502"/>
              <a:gd name="connsiteX4" fmla="*/ 8835140 w 14744037"/>
              <a:gd name="connsiteY4" fmla="*/ 14630 h 3562502"/>
              <a:gd name="connsiteX5" fmla="*/ 9146313 w 14744037"/>
              <a:gd name="connsiteY5" fmla="*/ 3076605 h 3562502"/>
              <a:gd name="connsiteX6" fmla="*/ 9286573 w 14744037"/>
              <a:gd name="connsiteY6" fmla="*/ 1874957 h 3562502"/>
              <a:gd name="connsiteX7" fmla="*/ 10705722 w 14744037"/>
              <a:gd name="connsiteY7" fmla="*/ 1889588 h 3562502"/>
              <a:gd name="connsiteX8" fmla="*/ 11388144 w 14744037"/>
              <a:gd name="connsiteY8" fmla="*/ 1880007 h 3562502"/>
              <a:gd name="connsiteX9" fmla="*/ 12746662 w 14744037"/>
              <a:gd name="connsiteY9" fmla="*/ 1896902 h 3562502"/>
              <a:gd name="connsiteX10" fmla="*/ 13001421 w 14744037"/>
              <a:gd name="connsiteY10" fmla="*/ 2848024 h 3562502"/>
              <a:gd name="connsiteX11" fmla="*/ 13253522 w 14744037"/>
              <a:gd name="connsiteY11" fmla="*/ 0 h 3562502"/>
              <a:gd name="connsiteX12" fmla="*/ 13516869 w 14744037"/>
              <a:gd name="connsiteY12" fmla="*/ 3533241 h 3562502"/>
              <a:gd name="connsiteX13" fmla="*/ 13838737 w 14744037"/>
              <a:gd name="connsiteY13" fmla="*/ 1250899 h 3562502"/>
              <a:gd name="connsiteX14" fmla="*/ 13933835 w 14744037"/>
              <a:gd name="connsiteY14" fmla="*/ 1894636 h 3562502"/>
              <a:gd name="connsiteX15" fmla="*/ 14744037 w 14744037"/>
              <a:gd name="connsiteY15" fmla="*/ 1892908 h 3562502"/>
              <a:gd name="connsiteX0" fmla="*/ 0 w 14782714"/>
              <a:gd name="connsiteY0" fmla="*/ 1904392 h 3562502"/>
              <a:gd name="connsiteX1" fmla="*/ 8154827 w 14782714"/>
              <a:gd name="connsiteY1" fmla="*/ 1865376 h 3562502"/>
              <a:gd name="connsiteX2" fmla="*/ 8257240 w 14782714"/>
              <a:gd name="connsiteY2" fmla="*/ 1236269 h 3562502"/>
              <a:gd name="connsiteX3" fmla="*/ 8542532 w 14782714"/>
              <a:gd name="connsiteY3" fmla="*/ 3562502 h 3562502"/>
              <a:gd name="connsiteX4" fmla="*/ 8835140 w 14782714"/>
              <a:gd name="connsiteY4" fmla="*/ 14630 h 3562502"/>
              <a:gd name="connsiteX5" fmla="*/ 9146313 w 14782714"/>
              <a:gd name="connsiteY5" fmla="*/ 3076605 h 3562502"/>
              <a:gd name="connsiteX6" fmla="*/ 9286573 w 14782714"/>
              <a:gd name="connsiteY6" fmla="*/ 1874957 h 3562502"/>
              <a:gd name="connsiteX7" fmla="*/ 10705722 w 14782714"/>
              <a:gd name="connsiteY7" fmla="*/ 1889588 h 3562502"/>
              <a:gd name="connsiteX8" fmla="*/ 11388144 w 14782714"/>
              <a:gd name="connsiteY8" fmla="*/ 1880007 h 3562502"/>
              <a:gd name="connsiteX9" fmla="*/ 12746662 w 14782714"/>
              <a:gd name="connsiteY9" fmla="*/ 1896902 h 3562502"/>
              <a:gd name="connsiteX10" fmla="*/ 13001421 w 14782714"/>
              <a:gd name="connsiteY10" fmla="*/ 2848024 h 3562502"/>
              <a:gd name="connsiteX11" fmla="*/ 13253522 w 14782714"/>
              <a:gd name="connsiteY11" fmla="*/ 0 h 3562502"/>
              <a:gd name="connsiteX12" fmla="*/ 13516869 w 14782714"/>
              <a:gd name="connsiteY12" fmla="*/ 3533241 h 3562502"/>
              <a:gd name="connsiteX13" fmla="*/ 13838737 w 14782714"/>
              <a:gd name="connsiteY13" fmla="*/ 1250899 h 3562502"/>
              <a:gd name="connsiteX14" fmla="*/ 13933835 w 14782714"/>
              <a:gd name="connsiteY14" fmla="*/ 1894636 h 3562502"/>
              <a:gd name="connsiteX15" fmla="*/ 14782714 w 14782714"/>
              <a:gd name="connsiteY15" fmla="*/ 1904828 h 3562502"/>
              <a:gd name="connsiteX0" fmla="*/ 0 w 14821391"/>
              <a:gd name="connsiteY0" fmla="*/ 1904392 h 3562502"/>
              <a:gd name="connsiteX1" fmla="*/ 8154827 w 14821391"/>
              <a:gd name="connsiteY1" fmla="*/ 1865376 h 3562502"/>
              <a:gd name="connsiteX2" fmla="*/ 8257240 w 14821391"/>
              <a:gd name="connsiteY2" fmla="*/ 1236269 h 3562502"/>
              <a:gd name="connsiteX3" fmla="*/ 8542532 w 14821391"/>
              <a:gd name="connsiteY3" fmla="*/ 3562502 h 3562502"/>
              <a:gd name="connsiteX4" fmla="*/ 8835140 w 14821391"/>
              <a:gd name="connsiteY4" fmla="*/ 14630 h 3562502"/>
              <a:gd name="connsiteX5" fmla="*/ 9146313 w 14821391"/>
              <a:gd name="connsiteY5" fmla="*/ 3076605 h 3562502"/>
              <a:gd name="connsiteX6" fmla="*/ 9286573 w 14821391"/>
              <a:gd name="connsiteY6" fmla="*/ 1874957 h 3562502"/>
              <a:gd name="connsiteX7" fmla="*/ 10705722 w 14821391"/>
              <a:gd name="connsiteY7" fmla="*/ 1889588 h 3562502"/>
              <a:gd name="connsiteX8" fmla="*/ 11388144 w 14821391"/>
              <a:gd name="connsiteY8" fmla="*/ 1880007 h 3562502"/>
              <a:gd name="connsiteX9" fmla="*/ 12746662 w 14821391"/>
              <a:gd name="connsiteY9" fmla="*/ 1896902 h 3562502"/>
              <a:gd name="connsiteX10" fmla="*/ 13001421 w 14821391"/>
              <a:gd name="connsiteY10" fmla="*/ 2848024 h 3562502"/>
              <a:gd name="connsiteX11" fmla="*/ 13253522 w 14821391"/>
              <a:gd name="connsiteY11" fmla="*/ 0 h 3562502"/>
              <a:gd name="connsiteX12" fmla="*/ 13516869 w 14821391"/>
              <a:gd name="connsiteY12" fmla="*/ 3533241 h 3562502"/>
              <a:gd name="connsiteX13" fmla="*/ 13838737 w 14821391"/>
              <a:gd name="connsiteY13" fmla="*/ 1250899 h 3562502"/>
              <a:gd name="connsiteX14" fmla="*/ 13933835 w 14821391"/>
              <a:gd name="connsiteY14" fmla="*/ 1894636 h 3562502"/>
              <a:gd name="connsiteX15" fmla="*/ 14821391 w 14821391"/>
              <a:gd name="connsiteY15" fmla="*/ 1916748 h 3562502"/>
              <a:gd name="connsiteX0" fmla="*/ 0 w 17332784"/>
              <a:gd name="connsiteY0" fmla="*/ 1904392 h 3562502"/>
              <a:gd name="connsiteX1" fmla="*/ 8154827 w 17332784"/>
              <a:gd name="connsiteY1" fmla="*/ 1865376 h 3562502"/>
              <a:gd name="connsiteX2" fmla="*/ 8257240 w 17332784"/>
              <a:gd name="connsiteY2" fmla="*/ 1236269 h 3562502"/>
              <a:gd name="connsiteX3" fmla="*/ 8542532 w 17332784"/>
              <a:gd name="connsiteY3" fmla="*/ 3562502 h 3562502"/>
              <a:gd name="connsiteX4" fmla="*/ 8835140 w 17332784"/>
              <a:gd name="connsiteY4" fmla="*/ 14630 h 3562502"/>
              <a:gd name="connsiteX5" fmla="*/ 9146313 w 17332784"/>
              <a:gd name="connsiteY5" fmla="*/ 3076605 h 3562502"/>
              <a:gd name="connsiteX6" fmla="*/ 9286573 w 17332784"/>
              <a:gd name="connsiteY6" fmla="*/ 1874957 h 3562502"/>
              <a:gd name="connsiteX7" fmla="*/ 10705722 w 17332784"/>
              <a:gd name="connsiteY7" fmla="*/ 1889588 h 3562502"/>
              <a:gd name="connsiteX8" fmla="*/ 11388144 w 17332784"/>
              <a:gd name="connsiteY8" fmla="*/ 1880007 h 3562502"/>
              <a:gd name="connsiteX9" fmla="*/ 12746662 w 17332784"/>
              <a:gd name="connsiteY9" fmla="*/ 1896902 h 3562502"/>
              <a:gd name="connsiteX10" fmla="*/ 13001421 w 17332784"/>
              <a:gd name="connsiteY10" fmla="*/ 2848024 h 3562502"/>
              <a:gd name="connsiteX11" fmla="*/ 13253522 w 17332784"/>
              <a:gd name="connsiteY11" fmla="*/ 0 h 3562502"/>
              <a:gd name="connsiteX12" fmla="*/ 13516869 w 17332784"/>
              <a:gd name="connsiteY12" fmla="*/ 3533241 h 3562502"/>
              <a:gd name="connsiteX13" fmla="*/ 13838737 w 17332784"/>
              <a:gd name="connsiteY13" fmla="*/ 1250899 h 3562502"/>
              <a:gd name="connsiteX14" fmla="*/ 13933835 w 17332784"/>
              <a:gd name="connsiteY14" fmla="*/ 1894636 h 3562502"/>
              <a:gd name="connsiteX15" fmla="*/ 17332784 w 17332784"/>
              <a:gd name="connsiteY15" fmla="*/ 1860793 h 3562502"/>
              <a:gd name="connsiteX0" fmla="*/ 0 w 17255964"/>
              <a:gd name="connsiteY0" fmla="*/ 1904392 h 3562502"/>
              <a:gd name="connsiteX1" fmla="*/ 8154827 w 17255964"/>
              <a:gd name="connsiteY1" fmla="*/ 1865376 h 3562502"/>
              <a:gd name="connsiteX2" fmla="*/ 8257240 w 17255964"/>
              <a:gd name="connsiteY2" fmla="*/ 1236269 h 3562502"/>
              <a:gd name="connsiteX3" fmla="*/ 8542532 w 17255964"/>
              <a:gd name="connsiteY3" fmla="*/ 3562502 h 3562502"/>
              <a:gd name="connsiteX4" fmla="*/ 8835140 w 17255964"/>
              <a:gd name="connsiteY4" fmla="*/ 14630 h 3562502"/>
              <a:gd name="connsiteX5" fmla="*/ 9146313 w 17255964"/>
              <a:gd name="connsiteY5" fmla="*/ 3076605 h 3562502"/>
              <a:gd name="connsiteX6" fmla="*/ 9286573 w 17255964"/>
              <a:gd name="connsiteY6" fmla="*/ 1874957 h 3562502"/>
              <a:gd name="connsiteX7" fmla="*/ 10705722 w 17255964"/>
              <a:gd name="connsiteY7" fmla="*/ 1889588 h 3562502"/>
              <a:gd name="connsiteX8" fmla="*/ 11388144 w 17255964"/>
              <a:gd name="connsiteY8" fmla="*/ 1880007 h 3562502"/>
              <a:gd name="connsiteX9" fmla="*/ 12746662 w 17255964"/>
              <a:gd name="connsiteY9" fmla="*/ 1896902 h 3562502"/>
              <a:gd name="connsiteX10" fmla="*/ 13001421 w 17255964"/>
              <a:gd name="connsiteY10" fmla="*/ 2848024 h 3562502"/>
              <a:gd name="connsiteX11" fmla="*/ 13253522 w 17255964"/>
              <a:gd name="connsiteY11" fmla="*/ 0 h 3562502"/>
              <a:gd name="connsiteX12" fmla="*/ 13516869 w 17255964"/>
              <a:gd name="connsiteY12" fmla="*/ 3533241 h 3562502"/>
              <a:gd name="connsiteX13" fmla="*/ 13838737 w 17255964"/>
              <a:gd name="connsiteY13" fmla="*/ 1250899 h 3562502"/>
              <a:gd name="connsiteX14" fmla="*/ 13933835 w 17255964"/>
              <a:gd name="connsiteY14" fmla="*/ 1894636 h 3562502"/>
              <a:gd name="connsiteX15" fmla="*/ 17255964 w 17255964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5 w 17279011"/>
              <a:gd name="connsiteY14" fmla="*/ 1894636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2746662 w 17279011"/>
              <a:gd name="connsiteY8" fmla="*/ 1882695 h 3562502"/>
              <a:gd name="connsiteX9" fmla="*/ 13001421 w 17279011"/>
              <a:gd name="connsiteY9" fmla="*/ 2848024 h 3562502"/>
              <a:gd name="connsiteX10" fmla="*/ 13253522 w 17279011"/>
              <a:gd name="connsiteY10" fmla="*/ 0 h 3562502"/>
              <a:gd name="connsiteX11" fmla="*/ 13516869 w 17279011"/>
              <a:gd name="connsiteY11" fmla="*/ 3533241 h 3562502"/>
              <a:gd name="connsiteX12" fmla="*/ 13838737 w 17279011"/>
              <a:gd name="connsiteY12" fmla="*/ 1250899 h 3562502"/>
              <a:gd name="connsiteX13" fmla="*/ 13933836 w 17279011"/>
              <a:gd name="connsiteY13" fmla="*/ 1873328 h 3562502"/>
              <a:gd name="connsiteX14" fmla="*/ 17279011 w 17279011"/>
              <a:gd name="connsiteY14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82695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68490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9775667"/>
              <a:gd name="connsiteY0" fmla="*/ 1861774 h 3562502"/>
              <a:gd name="connsiteX1" fmla="*/ 10651483 w 19775667"/>
              <a:gd name="connsiteY1" fmla="*/ 1865376 h 3562502"/>
              <a:gd name="connsiteX2" fmla="*/ 10753896 w 19775667"/>
              <a:gd name="connsiteY2" fmla="*/ 1236269 h 3562502"/>
              <a:gd name="connsiteX3" fmla="*/ 11039188 w 19775667"/>
              <a:gd name="connsiteY3" fmla="*/ 3562502 h 3562502"/>
              <a:gd name="connsiteX4" fmla="*/ 11331796 w 19775667"/>
              <a:gd name="connsiteY4" fmla="*/ 14630 h 3562502"/>
              <a:gd name="connsiteX5" fmla="*/ 11642969 w 19775667"/>
              <a:gd name="connsiteY5" fmla="*/ 3076605 h 3562502"/>
              <a:gd name="connsiteX6" fmla="*/ 11783229 w 19775667"/>
              <a:gd name="connsiteY6" fmla="*/ 1867853 h 3562502"/>
              <a:gd name="connsiteX7" fmla="*/ 15243318 w 19775667"/>
              <a:gd name="connsiteY7" fmla="*/ 1868490 h 3562502"/>
              <a:gd name="connsiteX8" fmla="*/ 15498077 w 19775667"/>
              <a:gd name="connsiteY8" fmla="*/ 2848024 h 3562502"/>
              <a:gd name="connsiteX9" fmla="*/ 15750178 w 19775667"/>
              <a:gd name="connsiteY9" fmla="*/ 0 h 3562502"/>
              <a:gd name="connsiteX10" fmla="*/ 16013525 w 19775667"/>
              <a:gd name="connsiteY10" fmla="*/ 3533241 h 3562502"/>
              <a:gd name="connsiteX11" fmla="*/ 16335393 w 19775667"/>
              <a:gd name="connsiteY11" fmla="*/ 1250899 h 3562502"/>
              <a:gd name="connsiteX12" fmla="*/ 16430492 w 19775667"/>
              <a:gd name="connsiteY12" fmla="*/ 1873328 h 3562502"/>
              <a:gd name="connsiteX13" fmla="*/ 19775667 w 19775667"/>
              <a:gd name="connsiteY13" fmla="*/ 1867897 h 3562502"/>
              <a:gd name="connsiteX0" fmla="*/ 0 w 19075538"/>
              <a:gd name="connsiteY0" fmla="*/ 1861774 h 3562502"/>
              <a:gd name="connsiteX1" fmla="*/ 10651483 w 19075538"/>
              <a:gd name="connsiteY1" fmla="*/ 1865376 h 3562502"/>
              <a:gd name="connsiteX2" fmla="*/ 10753896 w 19075538"/>
              <a:gd name="connsiteY2" fmla="*/ 1236269 h 3562502"/>
              <a:gd name="connsiteX3" fmla="*/ 11039188 w 19075538"/>
              <a:gd name="connsiteY3" fmla="*/ 3562502 h 3562502"/>
              <a:gd name="connsiteX4" fmla="*/ 11331796 w 19075538"/>
              <a:gd name="connsiteY4" fmla="*/ 14630 h 3562502"/>
              <a:gd name="connsiteX5" fmla="*/ 11642969 w 19075538"/>
              <a:gd name="connsiteY5" fmla="*/ 3076605 h 3562502"/>
              <a:gd name="connsiteX6" fmla="*/ 11783229 w 19075538"/>
              <a:gd name="connsiteY6" fmla="*/ 1867853 h 3562502"/>
              <a:gd name="connsiteX7" fmla="*/ 15243318 w 19075538"/>
              <a:gd name="connsiteY7" fmla="*/ 1868490 h 3562502"/>
              <a:gd name="connsiteX8" fmla="*/ 15498077 w 19075538"/>
              <a:gd name="connsiteY8" fmla="*/ 2848024 h 3562502"/>
              <a:gd name="connsiteX9" fmla="*/ 15750178 w 19075538"/>
              <a:gd name="connsiteY9" fmla="*/ 0 h 3562502"/>
              <a:gd name="connsiteX10" fmla="*/ 16013525 w 19075538"/>
              <a:gd name="connsiteY10" fmla="*/ 3533241 h 3562502"/>
              <a:gd name="connsiteX11" fmla="*/ 16335393 w 19075538"/>
              <a:gd name="connsiteY11" fmla="*/ 1250899 h 3562502"/>
              <a:gd name="connsiteX12" fmla="*/ 16430492 w 19075538"/>
              <a:gd name="connsiteY12" fmla="*/ 1873328 h 3562502"/>
              <a:gd name="connsiteX13" fmla="*/ 19075538 w 19075538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1 w 19096130"/>
              <a:gd name="connsiteY12" fmla="*/ 1860635 h 3562502"/>
              <a:gd name="connsiteX13" fmla="*/ 19096130 w 19096130"/>
              <a:gd name="connsiteY13" fmla="*/ 1867897 h 3562502"/>
              <a:gd name="connsiteX0" fmla="*/ 0 w 19748213"/>
              <a:gd name="connsiteY0" fmla="*/ 1868122 h 3562502"/>
              <a:gd name="connsiteX1" fmla="*/ 11303566 w 19748213"/>
              <a:gd name="connsiteY1" fmla="*/ 1865376 h 3562502"/>
              <a:gd name="connsiteX2" fmla="*/ 11405979 w 19748213"/>
              <a:gd name="connsiteY2" fmla="*/ 1236269 h 3562502"/>
              <a:gd name="connsiteX3" fmla="*/ 11691271 w 19748213"/>
              <a:gd name="connsiteY3" fmla="*/ 3562502 h 3562502"/>
              <a:gd name="connsiteX4" fmla="*/ 11983879 w 19748213"/>
              <a:gd name="connsiteY4" fmla="*/ 14630 h 3562502"/>
              <a:gd name="connsiteX5" fmla="*/ 12295052 w 19748213"/>
              <a:gd name="connsiteY5" fmla="*/ 3076605 h 3562502"/>
              <a:gd name="connsiteX6" fmla="*/ 12435312 w 19748213"/>
              <a:gd name="connsiteY6" fmla="*/ 1867853 h 3562502"/>
              <a:gd name="connsiteX7" fmla="*/ 15895401 w 19748213"/>
              <a:gd name="connsiteY7" fmla="*/ 1868490 h 3562502"/>
              <a:gd name="connsiteX8" fmla="*/ 16150160 w 19748213"/>
              <a:gd name="connsiteY8" fmla="*/ 2848024 h 3562502"/>
              <a:gd name="connsiteX9" fmla="*/ 16402261 w 19748213"/>
              <a:gd name="connsiteY9" fmla="*/ 0 h 3562502"/>
              <a:gd name="connsiteX10" fmla="*/ 16665608 w 19748213"/>
              <a:gd name="connsiteY10" fmla="*/ 3533241 h 3562502"/>
              <a:gd name="connsiteX11" fmla="*/ 16987476 w 19748213"/>
              <a:gd name="connsiteY11" fmla="*/ 1250899 h 3562502"/>
              <a:gd name="connsiteX12" fmla="*/ 17082574 w 19748213"/>
              <a:gd name="connsiteY12" fmla="*/ 1860635 h 3562502"/>
              <a:gd name="connsiteX13" fmla="*/ 19748213 w 19748213"/>
              <a:gd name="connsiteY13" fmla="*/ 1867897 h 3562502"/>
              <a:gd name="connsiteX0" fmla="*/ 0 w 19782534"/>
              <a:gd name="connsiteY0" fmla="*/ 1868122 h 3562502"/>
              <a:gd name="connsiteX1" fmla="*/ 11337887 w 19782534"/>
              <a:gd name="connsiteY1" fmla="*/ 1865376 h 3562502"/>
              <a:gd name="connsiteX2" fmla="*/ 11440300 w 19782534"/>
              <a:gd name="connsiteY2" fmla="*/ 1236269 h 3562502"/>
              <a:gd name="connsiteX3" fmla="*/ 11725592 w 19782534"/>
              <a:gd name="connsiteY3" fmla="*/ 3562502 h 3562502"/>
              <a:gd name="connsiteX4" fmla="*/ 12018200 w 19782534"/>
              <a:gd name="connsiteY4" fmla="*/ 14630 h 3562502"/>
              <a:gd name="connsiteX5" fmla="*/ 12329373 w 19782534"/>
              <a:gd name="connsiteY5" fmla="*/ 3076605 h 3562502"/>
              <a:gd name="connsiteX6" fmla="*/ 12469633 w 19782534"/>
              <a:gd name="connsiteY6" fmla="*/ 1867853 h 3562502"/>
              <a:gd name="connsiteX7" fmla="*/ 15929722 w 19782534"/>
              <a:gd name="connsiteY7" fmla="*/ 1868490 h 3562502"/>
              <a:gd name="connsiteX8" fmla="*/ 16184481 w 19782534"/>
              <a:gd name="connsiteY8" fmla="*/ 2848024 h 3562502"/>
              <a:gd name="connsiteX9" fmla="*/ 16436582 w 19782534"/>
              <a:gd name="connsiteY9" fmla="*/ 0 h 3562502"/>
              <a:gd name="connsiteX10" fmla="*/ 16699929 w 19782534"/>
              <a:gd name="connsiteY10" fmla="*/ 3533241 h 3562502"/>
              <a:gd name="connsiteX11" fmla="*/ 17021797 w 19782534"/>
              <a:gd name="connsiteY11" fmla="*/ 1250899 h 3562502"/>
              <a:gd name="connsiteX12" fmla="*/ 17116895 w 19782534"/>
              <a:gd name="connsiteY12" fmla="*/ 1860635 h 3562502"/>
              <a:gd name="connsiteX13" fmla="*/ 19782534 w 19782534"/>
              <a:gd name="connsiteY13" fmla="*/ 1867897 h 3562502"/>
              <a:gd name="connsiteX0" fmla="*/ 0 w 17116895"/>
              <a:gd name="connsiteY0" fmla="*/ 1868122 h 3562502"/>
              <a:gd name="connsiteX1" fmla="*/ 11337887 w 17116895"/>
              <a:gd name="connsiteY1" fmla="*/ 1865376 h 3562502"/>
              <a:gd name="connsiteX2" fmla="*/ 11440300 w 17116895"/>
              <a:gd name="connsiteY2" fmla="*/ 1236269 h 3562502"/>
              <a:gd name="connsiteX3" fmla="*/ 11725592 w 17116895"/>
              <a:gd name="connsiteY3" fmla="*/ 3562502 h 3562502"/>
              <a:gd name="connsiteX4" fmla="*/ 12018200 w 17116895"/>
              <a:gd name="connsiteY4" fmla="*/ 14630 h 3562502"/>
              <a:gd name="connsiteX5" fmla="*/ 12329373 w 17116895"/>
              <a:gd name="connsiteY5" fmla="*/ 3076605 h 3562502"/>
              <a:gd name="connsiteX6" fmla="*/ 12469633 w 17116895"/>
              <a:gd name="connsiteY6" fmla="*/ 1867853 h 3562502"/>
              <a:gd name="connsiteX7" fmla="*/ 15929722 w 17116895"/>
              <a:gd name="connsiteY7" fmla="*/ 1868490 h 3562502"/>
              <a:gd name="connsiteX8" fmla="*/ 16184481 w 17116895"/>
              <a:gd name="connsiteY8" fmla="*/ 2848024 h 3562502"/>
              <a:gd name="connsiteX9" fmla="*/ 16436582 w 17116895"/>
              <a:gd name="connsiteY9" fmla="*/ 0 h 3562502"/>
              <a:gd name="connsiteX10" fmla="*/ 16699929 w 17116895"/>
              <a:gd name="connsiteY10" fmla="*/ 3533241 h 3562502"/>
              <a:gd name="connsiteX11" fmla="*/ 17021797 w 17116895"/>
              <a:gd name="connsiteY11" fmla="*/ 1250899 h 3562502"/>
              <a:gd name="connsiteX12" fmla="*/ 17116895 w 17116895"/>
              <a:gd name="connsiteY12" fmla="*/ 1860635 h 3562502"/>
              <a:gd name="connsiteX0" fmla="*/ 0 w 17021797"/>
              <a:gd name="connsiteY0" fmla="*/ 1868122 h 3562502"/>
              <a:gd name="connsiteX1" fmla="*/ 11337887 w 17021797"/>
              <a:gd name="connsiteY1" fmla="*/ 1865376 h 3562502"/>
              <a:gd name="connsiteX2" fmla="*/ 11440300 w 17021797"/>
              <a:gd name="connsiteY2" fmla="*/ 1236269 h 3562502"/>
              <a:gd name="connsiteX3" fmla="*/ 11725592 w 17021797"/>
              <a:gd name="connsiteY3" fmla="*/ 3562502 h 3562502"/>
              <a:gd name="connsiteX4" fmla="*/ 12018200 w 17021797"/>
              <a:gd name="connsiteY4" fmla="*/ 14630 h 3562502"/>
              <a:gd name="connsiteX5" fmla="*/ 12329373 w 17021797"/>
              <a:gd name="connsiteY5" fmla="*/ 3076605 h 3562502"/>
              <a:gd name="connsiteX6" fmla="*/ 12469633 w 17021797"/>
              <a:gd name="connsiteY6" fmla="*/ 1867853 h 3562502"/>
              <a:gd name="connsiteX7" fmla="*/ 15929722 w 17021797"/>
              <a:gd name="connsiteY7" fmla="*/ 1868490 h 3562502"/>
              <a:gd name="connsiteX8" fmla="*/ 16184481 w 17021797"/>
              <a:gd name="connsiteY8" fmla="*/ 2848024 h 3562502"/>
              <a:gd name="connsiteX9" fmla="*/ 16436582 w 17021797"/>
              <a:gd name="connsiteY9" fmla="*/ 0 h 3562502"/>
              <a:gd name="connsiteX10" fmla="*/ 16699929 w 17021797"/>
              <a:gd name="connsiteY10" fmla="*/ 3533241 h 3562502"/>
              <a:gd name="connsiteX11" fmla="*/ 17021797 w 17021797"/>
              <a:gd name="connsiteY11" fmla="*/ 1250899 h 3562502"/>
              <a:gd name="connsiteX0" fmla="*/ 0 w 16699928"/>
              <a:gd name="connsiteY0" fmla="*/ 1868122 h 3562502"/>
              <a:gd name="connsiteX1" fmla="*/ 11337887 w 16699928"/>
              <a:gd name="connsiteY1" fmla="*/ 1865376 h 3562502"/>
              <a:gd name="connsiteX2" fmla="*/ 11440300 w 16699928"/>
              <a:gd name="connsiteY2" fmla="*/ 1236269 h 3562502"/>
              <a:gd name="connsiteX3" fmla="*/ 11725592 w 16699928"/>
              <a:gd name="connsiteY3" fmla="*/ 3562502 h 3562502"/>
              <a:gd name="connsiteX4" fmla="*/ 12018200 w 16699928"/>
              <a:gd name="connsiteY4" fmla="*/ 14630 h 3562502"/>
              <a:gd name="connsiteX5" fmla="*/ 12329373 w 16699928"/>
              <a:gd name="connsiteY5" fmla="*/ 3076605 h 3562502"/>
              <a:gd name="connsiteX6" fmla="*/ 12469633 w 16699928"/>
              <a:gd name="connsiteY6" fmla="*/ 1867853 h 3562502"/>
              <a:gd name="connsiteX7" fmla="*/ 15929722 w 16699928"/>
              <a:gd name="connsiteY7" fmla="*/ 1868490 h 3562502"/>
              <a:gd name="connsiteX8" fmla="*/ 16184481 w 16699928"/>
              <a:gd name="connsiteY8" fmla="*/ 2848024 h 3562502"/>
              <a:gd name="connsiteX9" fmla="*/ 16436582 w 16699928"/>
              <a:gd name="connsiteY9" fmla="*/ 0 h 3562502"/>
              <a:gd name="connsiteX10" fmla="*/ 16699929 w 16699928"/>
              <a:gd name="connsiteY10" fmla="*/ 3533241 h 3562502"/>
              <a:gd name="connsiteX0" fmla="*/ 0 w 16436581"/>
              <a:gd name="connsiteY0" fmla="*/ 1868122 h 3562502"/>
              <a:gd name="connsiteX1" fmla="*/ 11337887 w 16436581"/>
              <a:gd name="connsiteY1" fmla="*/ 1865376 h 3562502"/>
              <a:gd name="connsiteX2" fmla="*/ 11440300 w 16436581"/>
              <a:gd name="connsiteY2" fmla="*/ 1236269 h 3562502"/>
              <a:gd name="connsiteX3" fmla="*/ 11725592 w 16436581"/>
              <a:gd name="connsiteY3" fmla="*/ 3562502 h 3562502"/>
              <a:gd name="connsiteX4" fmla="*/ 12018200 w 16436581"/>
              <a:gd name="connsiteY4" fmla="*/ 14630 h 3562502"/>
              <a:gd name="connsiteX5" fmla="*/ 12329373 w 16436581"/>
              <a:gd name="connsiteY5" fmla="*/ 3076605 h 3562502"/>
              <a:gd name="connsiteX6" fmla="*/ 12469633 w 16436581"/>
              <a:gd name="connsiteY6" fmla="*/ 1867853 h 3562502"/>
              <a:gd name="connsiteX7" fmla="*/ 15929722 w 16436581"/>
              <a:gd name="connsiteY7" fmla="*/ 1868490 h 3562502"/>
              <a:gd name="connsiteX8" fmla="*/ 16184481 w 16436581"/>
              <a:gd name="connsiteY8" fmla="*/ 2848024 h 3562502"/>
              <a:gd name="connsiteX9" fmla="*/ 16436582 w 16436581"/>
              <a:gd name="connsiteY9" fmla="*/ 0 h 3562502"/>
              <a:gd name="connsiteX0" fmla="*/ 0 w 16184481"/>
              <a:gd name="connsiteY0" fmla="*/ 1853491 h 3547871"/>
              <a:gd name="connsiteX1" fmla="*/ 11337887 w 16184481"/>
              <a:gd name="connsiteY1" fmla="*/ 1850745 h 3547871"/>
              <a:gd name="connsiteX2" fmla="*/ 11440300 w 16184481"/>
              <a:gd name="connsiteY2" fmla="*/ 1221638 h 3547871"/>
              <a:gd name="connsiteX3" fmla="*/ 11725592 w 16184481"/>
              <a:gd name="connsiteY3" fmla="*/ 3547871 h 3547871"/>
              <a:gd name="connsiteX4" fmla="*/ 12018200 w 16184481"/>
              <a:gd name="connsiteY4" fmla="*/ -1 h 3547871"/>
              <a:gd name="connsiteX5" fmla="*/ 12329373 w 16184481"/>
              <a:gd name="connsiteY5" fmla="*/ 3061974 h 3547871"/>
              <a:gd name="connsiteX6" fmla="*/ 12469633 w 16184481"/>
              <a:gd name="connsiteY6" fmla="*/ 1853222 h 3547871"/>
              <a:gd name="connsiteX7" fmla="*/ 15929722 w 16184481"/>
              <a:gd name="connsiteY7" fmla="*/ 1853859 h 3547871"/>
              <a:gd name="connsiteX8" fmla="*/ 16184481 w 16184481"/>
              <a:gd name="connsiteY8" fmla="*/ 2833393 h 3547871"/>
              <a:gd name="connsiteX0" fmla="*/ 0 w 15929721"/>
              <a:gd name="connsiteY0" fmla="*/ 1853492 h 3547872"/>
              <a:gd name="connsiteX1" fmla="*/ 11337887 w 15929721"/>
              <a:gd name="connsiteY1" fmla="*/ 1850746 h 3547872"/>
              <a:gd name="connsiteX2" fmla="*/ 11440300 w 15929721"/>
              <a:gd name="connsiteY2" fmla="*/ 1221639 h 3547872"/>
              <a:gd name="connsiteX3" fmla="*/ 11725592 w 15929721"/>
              <a:gd name="connsiteY3" fmla="*/ 3547872 h 3547872"/>
              <a:gd name="connsiteX4" fmla="*/ 12018200 w 15929721"/>
              <a:gd name="connsiteY4" fmla="*/ 0 h 3547872"/>
              <a:gd name="connsiteX5" fmla="*/ 12329373 w 15929721"/>
              <a:gd name="connsiteY5" fmla="*/ 3061975 h 3547872"/>
              <a:gd name="connsiteX6" fmla="*/ 12469633 w 15929721"/>
              <a:gd name="connsiteY6" fmla="*/ 1853223 h 3547872"/>
              <a:gd name="connsiteX7" fmla="*/ 15929722 w 15929721"/>
              <a:gd name="connsiteY7" fmla="*/ 1853860 h 3547872"/>
              <a:gd name="connsiteX0" fmla="*/ 0 w 17764659"/>
              <a:gd name="connsiteY0" fmla="*/ 1853492 h 3547872"/>
              <a:gd name="connsiteX1" fmla="*/ 11337887 w 17764659"/>
              <a:gd name="connsiteY1" fmla="*/ 1850746 h 3547872"/>
              <a:gd name="connsiteX2" fmla="*/ 11440300 w 17764659"/>
              <a:gd name="connsiteY2" fmla="*/ 1221639 h 3547872"/>
              <a:gd name="connsiteX3" fmla="*/ 11725592 w 17764659"/>
              <a:gd name="connsiteY3" fmla="*/ 3547872 h 3547872"/>
              <a:gd name="connsiteX4" fmla="*/ 12018200 w 17764659"/>
              <a:gd name="connsiteY4" fmla="*/ 0 h 3547872"/>
              <a:gd name="connsiteX5" fmla="*/ 12329373 w 17764659"/>
              <a:gd name="connsiteY5" fmla="*/ 3061975 h 3547872"/>
              <a:gd name="connsiteX6" fmla="*/ 12469633 w 17764659"/>
              <a:gd name="connsiteY6" fmla="*/ 1853223 h 3547872"/>
              <a:gd name="connsiteX7" fmla="*/ 17764659 w 17764659"/>
              <a:gd name="connsiteY7" fmla="*/ 1853861 h 354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64659" h="3547872">
                <a:moveTo>
                  <a:pt x="0" y="1853492"/>
                </a:moveTo>
                <a:lnTo>
                  <a:pt x="11337887" y="1850746"/>
                </a:lnTo>
                <a:lnTo>
                  <a:pt x="11440300" y="1221639"/>
                </a:lnTo>
                <a:lnTo>
                  <a:pt x="11725592" y="3547872"/>
                </a:lnTo>
                <a:lnTo>
                  <a:pt x="12018200" y="0"/>
                </a:lnTo>
                <a:lnTo>
                  <a:pt x="12329373" y="3061975"/>
                </a:lnTo>
                <a:lnTo>
                  <a:pt x="12469633" y="1853223"/>
                </a:lnTo>
                <a:lnTo>
                  <a:pt x="17764659" y="1853861"/>
                </a:lnTo>
              </a:path>
            </a:pathLst>
          </a:cu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1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AFA59D1-F528-49A2-B7ED-368EDCBA10AA}"/>
              </a:ext>
            </a:extLst>
          </p:cNvPr>
          <p:cNvSpPr/>
          <p:nvPr/>
        </p:nvSpPr>
        <p:spPr>
          <a:xfrm>
            <a:off x="3816997" y="217932"/>
            <a:ext cx="652614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6000" b="1" dirty="0">
                <a:latin typeface="Tempus Sans ITC" pitchFamily="82" charset="0"/>
              </a:rPr>
              <a:t>Extending Support..</a:t>
            </a:r>
            <a:endParaRPr lang="ko-KR" altLang="en-US" sz="6000" b="1" dirty="0">
              <a:solidFill>
                <a:schemeClr val="accent1"/>
              </a:solidFill>
              <a:latin typeface="Bradley Hand ITC" pitchFamily="66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02DD5F7-A217-4F1A-9801-1370F040694C}"/>
              </a:ext>
            </a:extLst>
          </p:cNvPr>
          <p:cNvSpPr txBox="1"/>
          <p:nvPr/>
        </p:nvSpPr>
        <p:spPr>
          <a:xfrm>
            <a:off x="587829" y="2134337"/>
            <a:ext cx="555171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Bradley Hand ITC" pitchFamily="66" charset="0"/>
              </a:rPr>
              <a:t>Mentoring students </a:t>
            </a:r>
            <a:endParaRPr lang="en-IN" sz="2600" b="1" dirty="0" smtClean="0">
              <a:latin typeface="Bradley Hand ITC" pitchFamily="66" charset="0"/>
            </a:endParaRPr>
          </a:p>
          <a:p>
            <a:r>
              <a:rPr lang="en-IN" sz="2600" b="1" dirty="0" smtClean="0">
                <a:latin typeface="Bradley Hand ITC" pitchFamily="66" charset="0"/>
              </a:rPr>
              <a:t>-Continuous guidance to </a:t>
            </a:r>
            <a:r>
              <a:rPr lang="en-IN" sz="2600" b="1" dirty="0">
                <a:latin typeface="Bradley Hand ITC" pitchFamily="66" charset="0"/>
              </a:rPr>
              <a:t>students</a:t>
            </a:r>
            <a:r>
              <a:rPr lang="en-IN" sz="2600" b="1" dirty="0" smtClean="0">
                <a:latin typeface="Bradley Hand ITC" pitchFamily="66" charset="0"/>
              </a:rPr>
              <a:t>.</a:t>
            </a:r>
          </a:p>
          <a:p>
            <a:r>
              <a:rPr lang="en-IN" sz="2600" b="1" dirty="0" smtClean="0">
                <a:latin typeface="Bradley Hand ITC" pitchFamily="66" charset="0"/>
              </a:rPr>
              <a:t>-Student Participation in Online contests - 389</a:t>
            </a:r>
            <a:endParaRPr lang="en-IN" sz="2600" b="1" dirty="0">
              <a:latin typeface="Bradley Hand ITC" pitchFamily="66" charset="0"/>
            </a:endParaRPr>
          </a:p>
          <a:p>
            <a:endParaRPr lang="en-IN" sz="1200" dirty="0">
              <a:latin typeface="Bradley Hand ITC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E8E5C17-951B-48C6-B082-1E4E4C42AC66}"/>
              </a:ext>
            </a:extLst>
          </p:cNvPr>
          <p:cNvSpPr txBox="1"/>
          <p:nvPr/>
        </p:nvSpPr>
        <p:spPr>
          <a:xfrm>
            <a:off x="2165931" y="4645791"/>
            <a:ext cx="4384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Bradley Hand ITC" pitchFamily="66" charset="0"/>
              </a:rPr>
              <a:t>Training and placement – Online interviews.</a:t>
            </a:r>
          </a:p>
          <a:p>
            <a:endParaRPr lang="en-US" altLang="ko-KR" sz="1200" dirty="0"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7F17770-B767-42E1-8372-5800B302CCEE}"/>
              </a:ext>
            </a:extLst>
          </p:cNvPr>
          <p:cNvSpPr txBox="1"/>
          <p:nvPr/>
        </p:nvSpPr>
        <p:spPr>
          <a:xfrm>
            <a:off x="7080070" y="5093541"/>
            <a:ext cx="4853774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600" b="1" dirty="0" smtClean="0">
                <a:latin typeface="Bradley Hand ITC" pitchFamily="66" charset="0"/>
              </a:rPr>
              <a:t>Online Internships –159 </a:t>
            </a:r>
          </a:p>
          <a:p>
            <a:r>
              <a:rPr lang="en-IN" sz="2600" b="1" dirty="0" smtClean="0">
                <a:latin typeface="Bradley Hand ITC" pitchFamily="66" charset="0"/>
              </a:rPr>
              <a:t>Online conferences- 150</a:t>
            </a:r>
          </a:p>
          <a:p>
            <a:r>
              <a:rPr lang="en-IN" sz="2600" b="1" dirty="0" smtClean="0">
                <a:latin typeface="Bradley Hand ITC" pitchFamily="66" charset="0"/>
              </a:rPr>
              <a:t>Faculty training</a:t>
            </a:r>
            <a:endParaRPr lang="en-IN" sz="2600" b="1" dirty="0">
              <a:latin typeface="Bradley Hand ITC" pitchFamily="66" charset="0"/>
            </a:endParaRP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62" y="62900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="" xmlns:a16="http://schemas.microsoft.com/office/drawing/2014/main" id="{6EC19A04-28B4-4D0B-8025-F4143F9948D0}"/>
              </a:ext>
            </a:extLst>
          </p:cNvPr>
          <p:cNvSpPr/>
          <p:nvPr/>
        </p:nvSpPr>
        <p:spPr>
          <a:xfrm>
            <a:off x="2700763" y="689373"/>
            <a:ext cx="6502262" cy="8466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44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80626F86-C097-4B32-B158-CC37C1D13428}"/>
              </a:ext>
            </a:extLst>
          </p:cNvPr>
          <p:cNvSpPr/>
          <p:nvPr/>
        </p:nvSpPr>
        <p:spPr>
          <a:xfrm rot="10800000">
            <a:off x="1218430" y="2265251"/>
            <a:ext cx="3580745" cy="83682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44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="" xmlns:a16="http://schemas.microsoft.com/office/drawing/2014/main" id="{351E4AF5-699F-4CD2-98AA-9806BE9E7D32}"/>
              </a:ext>
            </a:extLst>
          </p:cNvPr>
          <p:cNvSpPr/>
          <p:nvPr/>
        </p:nvSpPr>
        <p:spPr>
          <a:xfrm rot="10800000">
            <a:off x="1396381" y="5204312"/>
            <a:ext cx="3664373" cy="7361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44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="" xmlns:a16="http://schemas.microsoft.com/office/drawing/2014/main" id="{D766D0B1-8EA1-4B17-B110-CEB70466B0D3}"/>
              </a:ext>
            </a:extLst>
          </p:cNvPr>
          <p:cNvSpPr/>
          <p:nvPr/>
        </p:nvSpPr>
        <p:spPr>
          <a:xfrm>
            <a:off x="7361313" y="2265251"/>
            <a:ext cx="3599764" cy="7461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44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90620830-E559-478B-96BA-CD846DB0FC83}"/>
              </a:ext>
            </a:extLst>
          </p:cNvPr>
          <p:cNvSpPr/>
          <p:nvPr/>
        </p:nvSpPr>
        <p:spPr>
          <a:xfrm>
            <a:off x="7170780" y="5158372"/>
            <a:ext cx="3565941" cy="7515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44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="" xmlns:a16="http://schemas.microsoft.com/office/drawing/2014/main" id="{C46FBE9B-713A-42F6-AE94-69FBFF4D16DD}"/>
              </a:ext>
            </a:extLst>
          </p:cNvPr>
          <p:cNvSpPr/>
          <p:nvPr/>
        </p:nvSpPr>
        <p:spPr>
          <a:xfrm rot="10800000">
            <a:off x="1092838" y="3495476"/>
            <a:ext cx="3457680" cy="9076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="" xmlns:a16="http://schemas.microsoft.com/office/drawing/2014/main" id="{6D8036C5-3858-4C90-A1A3-1CBEBB68964C}"/>
              </a:ext>
            </a:extLst>
          </p:cNvPr>
          <p:cNvSpPr/>
          <p:nvPr/>
        </p:nvSpPr>
        <p:spPr>
          <a:xfrm>
            <a:off x="7565768" y="3493652"/>
            <a:ext cx="3437149" cy="7105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Block Arc 25">
            <a:extLst>
              <a:ext uri="{FF2B5EF4-FFF2-40B4-BE49-F238E27FC236}">
                <a16:creationId xmlns="" xmlns:a16="http://schemas.microsoft.com/office/drawing/2014/main" id="{19DD76C1-DB6C-43B9-B9B1-4E81B5B4AE96}"/>
              </a:ext>
            </a:extLst>
          </p:cNvPr>
          <p:cNvSpPr/>
          <p:nvPr/>
        </p:nvSpPr>
        <p:spPr>
          <a:xfrm>
            <a:off x="4456297" y="2274935"/>
            <a:ext cx="3275024" cy="3275024"/>
          </a:xfrm>
          <a:prstGeom prst="blockArc">
            <a:avLst>
              <a:gd name="adj1" fmla="val 11470999"/>
              <a:gd name="adj2" fmla="val 20797308"/>
              <a:gd name="adj3" fmla="val 50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7" name="Block Arc 26">
            <a:extLst>
              <a:ext uri="{FF2B5EF4-FFF2-40B4-BE49-F238E27FC236}">
                <a16:creationId xmlns="" xmlns:a16="http://schemas.microsoft.com/office/drawing/2014/main" id="{4E94853E-B80F-4B76-99C5-97CCDB562F85}"/>
              </a:ext>
            </a:extLst>
          </p:cNvPr>
          <p:cNvSpPr/>
          <p:nvPr/>
        </p:nvSpPr>
        <p:spPr>
          <a:xfrm rot="10800000">
            <a:off x="4456298" y="2274935"/>
            <a:ext cx="3275024" cy="3275024"/>
          </a:xfrm>
          <a:prstGeom prst="blockArc">
            <a:avLst>
              <a:gd name="adj1" fmla="val 11470999"/>
              <a:gd name="adj2" fmla="val 20797308"/>
              <a:gd name="adj3" fmla="val 50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CF8C611F-3C02-421B-8678-F815F1186610}"/>
              </a:ext>
            </a:extLst>
          </p:cNvPr>
          <p:cNvSpPr txBox="1"/>
          <p:nvPr/>
        </p:nvSpPr>
        <p:spPr>
          <a:xfrm>
            <a:off x="2931189" y="695368"/>
            <a:ext cx="64117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empus Sans ITC" pitchFamily="82" charset="0"/>
                <a:cs typeface="Arial" pitchFamily="34" charset="0"/>
              </a:rPr>
              <a:t>Not the End…</a:t>
            </a:r>
            <a:endParaRPr lang="ko-KR" altLang="en-US" sz="5800" b="1" dirty="0">
              <a:solidFill>
                <a:schemeClr val="tx1">
                  <a:lumMod val="65000"/>
                  <a:lumOff val="35000"/>
                </a:schemeClr>
              </a:solidFill>
              <a:latin typeface="Tempus Sans ITC" pitchFamily="82" charset="0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B0CE274F-104F-4ECC-B6D9-7A656094BFCB}"/>
              </a:ext>
            </a:extLst>
          </p:cNvPr>
          <p:cNvSpPr txBox="1"/>
          <p:nvPr/>
        </p:nvSpPr>
        <p:spPr>
          <a:xfrm>
            <a:off x="1655933" y="2318184"/>
            <a:ext cx="304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radley Hand ITC" pitchFamily="66" charset="0"/>
              </a:rPr>
              <a:t>Industry connect – Why not connect virtually</a:t>
            </a:r>
            <a:r>
              <a:rPr lang="en-IN" b="1" dirty="0" smtClean="0">
                <a:latin typeface="Bradley Hand ITC" pitchFamily="66" charset="0"/>
              </a:rPr>
              <a:t>? </a:t>
            </a:r>
            <a:endParaRPr lang="en-IN" b="1" dirty="0">
              <a:latin typeface="Bradley Hand ITC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05FAD658-9ECD-4E8C-B010-0E6835CDB1E0}"/>
              </a:ext>
            </a:extLst>
          </p:cNvPr>
          <p:cNvSpPr txBox="1"/>
          <p:nvPr/>
        </p:nvSpPr>
        <p:spPr>
          <a:xfrm>
            <a:off x="1678490" y="5294101"/>
            <a:ext cx="304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radley Hand ITC" pitchFamily="66" charset="0"/>
              </a:rPr>
              <a:t>Competitions – Encouraging students to stay active.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9833A0D1-6D57-4C52-858E-F83B2A9293E6}"/>
              </a:ext>
            </a:extLst>
          </p:cNvPr>
          <p:cNvSpPr txBox="1"/>
          <p:nvPr/>
        </p:nvSpPr>
        <p:spPr>
          <a:xfrm>
            <a:off x="7476151" y="2349016"/>
            <a:ext cx="3526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Bradley Hand ITC" pitchFamily="66" charset="0"/>
              </a:rPr>
              <a:t>Active clubs – Ever enthusiastic Faculty and Students.</a:t>
            </a:r>
          </a:p>
          <a:p>
            <a:pPr algn="ctr"/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78E7E197-41D5-4152-8BE5-7F34F7FF38AB}"/>
              </a:ext>
            </a:extLst>
          </p:cNvPr>
          <p:cNvSpPr txBox="1"/>
          <p:nvPr/>
        </p:nvSpPr>
        <p:spPr>
          <a:xfrm>
            <a:off x="1218430" y="3656629"/>
            <a:ext cx="3206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radley Hand ITC" pitchFamily="66" charset="0"/>
              </a:rPr>
              <a:t>CFRD – No hurdle can stall our thirst to flourish research.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402B3B6F-324F-4B0D-A08E-E5EF6E27050A}"/>
              </a:ext>
            </a:extLst>
          </p:cNvPr>
          <p:cNvSpPr txBox="1"/>
          <p:nvPr/>
        </p:nvSpPr>
        <p:spPr>
          <a:xfrm>
            <a:off x="7750646" y="3589281"/>
            <a:ext cx="3067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Bradley Hand ITC" pitchFamily="66" charset="0"/>
              </a:rPr>
              <a:t>Alumni connect – Staying in Touch always</a:t>
            </a:r>
            <a:r>
              <a:rPr lang="en-IN" b="1" dirty="0" smtClean="0">
                <a:latin typeface="Bradley Hand ITC" pitchFamily="66" charset="0"/>
              </a:rPr>
              <a:t>!!</a:t>
            </a:r>
            <a:endParaRPr lang="en-IN" b="1" dirty="0">
              <a:latin typeface="Bradley Hand ITC" pitchFamily="66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402B3B6F-324F-4B0D-A08E-E5EF6E27050A}"/>
              </a:ext>
            </a:extLst>
          </p:cNvPr>
          <p:cNvSpPr txBox="1"/>
          <p:nvPr/>
        </p:nvSpPr>
        <p:spPr>
          <a:xfrm>
            <a:off x="7669329" y="5260833"/>
            <a:ext cx="30673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Bradley Hand ITC" pitchFamily="66" charset="0"/>
              </a:rPr>
              <a:t>Lush Green campus </a:t>
            </a:r>
          </a:p>
          <a:p>
            <a:pPr algn="ctr"/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57" y="0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Left Arrow 1">
            <a:extLst>
              <a:ext uri="{FF2B5EF4-FFF2-40B4-BE49-F238E27FC236}">
                <a16:creationId xmlns:a16="http://schemas.microsoft.com/office/drawing/2014/main" xmlns="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5693066" y="3495476"/>
            <a:ext cx="801485" cy="780094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42802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animBg="1"/>
      <p:bldP spid="14" grpId="0" animBg="1"/>
      <p:bldP spid="38" grpId="0"/>
      <p:bldP spid="39" grpId="0"/>
      <p:bldP spid="40" grpId="0"/>
      <p:bldP spid="45" grpId="0"/>
      <p:bldP spid="48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20750270">
            <a:off x="6530584" y="3265541"/>
            <a:ext cx="539069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en-IN" sz="2800" b="1" dirty="0" smtClean="0">
                <a:latin typeface="Bradley Hand ITC" pitchFamily="66" charset="0"/>
              </a:rPr>
              <a:t>Community outreach</a:t>
            </a:r>
          </a:p>
          <a:p>
            <a:r>
              <a:rPr lang="en-IN" sz="2800" b="1" dirty="0" smtClean="0">
                <a:latin typeface="Bradley Hand ITC" pitchFamily="66" charset="0"/>
              </a:rPr>
              <a:t>	-Masks, Sanitizers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IN" sz="2800" b="1" dirty="0" smtClean="0">
                <a:latin typeface="Bradley Hand ITC" pitchFamily="66" charset="0"/>
              </a:rPr>
              <a:t>Rewarding employees for innovative minds</a:t>
            </a:r>
          </a:p>
          <a:p>
            <a:r>
              <a:rPr lang="en-IN" sz="2800" b="1" dirty="0" smtClean="0">
                <a:latin typeface="Bradley Hand ITC" pitchFamily="66" charset="0"/>
              </a:rPr>
              <a:t>	- 9 projects exclusively 	designed to combat Covid-19 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20" y="2666820"/>
            <a:ext cx="2665484" cy="2824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120460" y="169298"/>
            <a:ext cx="7942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600" b="1" dirty="0" smtClean="0">
                <a:latin typeface="Tempus Sans ITC" pitchFamily="82" charset="0"/>
              </a:rPr>
              <a:t>Combat Covid</a:t>
            </a:r>
            <a:r>
              <a:rPr lang="en-IN" sz="5600" b="1" dirty="0">
                <a:latin typeface="Tempus Sans ITC" pitchFamily="82" charset="0"/>
              </a:rPr>
              <a:t>-</a:t>
            </a:r>
            <a:r>
              <a:rPr lang="en-IN" sz="5600" b="1" dirty="0" smtClean="0">
                <a:latin typeface="Tempus Sans ITC" pitchFamily="82" charset="0"/>
              </a:rPr>
              <a:t>19</a:t>
            </a:r>
            <a:endParaRPr lang="en-IN" sz="5600" b="1" dirty="0">
              <a:latin typeface="Tempus Sans ITC" pitchFamily="82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126" y="1260973"/>
            <a:ext cx="3957230" cy="1978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8337"/>
            <a:ext cx="3966126" cy="78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451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337"/>
            <a:ext cx="4314059" cy="85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33937" y="1924287"/>
            <a:ext cx="4203031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altLang="ko-KR" sz="5800" b="1" dirty="0">
                <a:solidFill>
                  <a:prstClr val="black">
                    <a:lumMod val="75000"/>
                    <a:lumOff val="25000"/>
                  </a:prstClr>
                </a:solidFill>
                <a:latin typeface="Tempus Sans ITC" pitchFamily="82" charset="0"/>
                <a:cs typeface="Arial" pitchFamily="34" charset="0"/>
              </a:rPr>
              <a:t>LUSH GREEN CAMPUS</a:t>
            </a:r>
          </a:p>
        </p:txBody>
      </p:sp>
      <p:pic>
        <p:nvPicPr>
          <p:cNvPr id="9" name="Picture 3"/>
          <p:cNvPicPr>
            <a:picLocks noGrp="1" noChangeAspect="1" noChangeArrowheads="1"/>
          </p:cNvPicPr>
          <p:nvPr>
            <p:ph type="pic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9" r="22469"/>
          <a:stretch>
            <a:fillRect/>
          </a:stretch>
        </p:blipFill>
        <p:spPr bwMode="auto">
          <a:xfrm>
            <a:off x="4314059" y="352927"/>
            <a:ext cx="3412987" cy="3481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Grp="1" noChangeAspect="1" noChangeArrowheads="1"/>
          </p:cNvPicPr>
          <p:nvPr>
            <p:ph type="pic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4" r="13544"/>
          <a:stretch>
            <a:fillRect/>
          </a:stretch>
        </p:blipFill>
        <p:spPr bwMode="auto">
          <a:xfrm>
            <a:off x="982504" y="1242125"/>
            <a:ext cx="2682031" cy="206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/>
          <p:cNvPicPr>
            <a:picLocks noGrp="1" noChangeAspect="1" noChangeArrowheads="1"/>
          </p:cNvPicPr>
          <p:nvPr>
            <p:ph type="pic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52" r="12952"/>
          <a:stretch>
            <a:fillRect/>
          </a:stretch>
        </p:blipFill>
        <p:spPr bwMode="auto">
          <a:xfrm>
            <a:off x="4608586" y="4046463"/>
            <a:ext cx="2520000" cy="19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"/>
          <p:cNvPicPr>
            <a:picLocks noGrp="1" noChangeAspect="1" noChangeArrowheads="1"/>
          </p:cNvPicPr>
          <p:nvPr>
            <p:ph type="pic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9" r="16069"/>
          <a:stretch>
            <a:fillRect/>
          </a:stretch>
        </p:blipFill>
        <p:spPr bwMode="auto">
          <a:xfrm>
            <a:off x="874480" y="3870000"/>
            <a:ext cx="3600000" cy="29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93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5">
            <a:extLst>
              <a:ext uri="{FF2B5EF4-FFF2-40B4-BE49-F238E27FC236}">
                <a16:creationId xmlns="" xmlns:a16="http://schemas.microsoft.com/office/drawing/2014/main" id="{520ADB37-6AA3-49D0-A801-70F47DF8226D}"/>
              </a:ext>
            </a:extLst>
          </p:cNvPr>
          <p:cNvSpPr txBox="1">
            <a:spLocks/>
          </p:cNvSpPr>
          <p:nvPr/>
        </p:nvSpPr>
        <p:spPr>
          <a:xfrm>
            <a:off x="4133850" y="2525146"/>
            <a:ext cx="2698750" cy="38369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10000"/>
              </a:lnSpc>
            </a:pP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29E98D71-950C-403F-BD81-36E0277F96A2}"/>
              </a:ext>
            </a:extLst>
          </p:cNvPr>
          <p:cNvGrpSpPr/>
          <p:nvPr/>
        </p:nvGrpSpPr>
        <p:grpSpPr>
          <a:xfrm>
            <a:off x="7287055" y="495867"/>
            <a:ext cx="4258313" cy="880286"/>
            <a:chOff x="2153463" y="1916832"/>
            <a:chExt cx="7911017" cy="880286"/>
          </a:xfrm>
        </p:grpSpPr>
        <p:sp>
          <p:nvSpPr>
            <p:cNvPr id="4" name="TextBox 3">
              <a:extLst>
                <a:ext uri="{FF2B5EF4-FFF2-40B4-BE49-F238E27FC236}">
                  <a16:creationId xmlns="" xmlns:a16="http://schemas.microsoft.com/office/drawing/2014/main" id="{C4F42AE4-BC71-44F4-96A7-0483A391620A}"/>
                </a:ext>
              </a:extLst>
            </p:cNvPr>
            <p:cNvSpPr txBox="1"/>
            <p:nvPr/>
          </p:nvSpPr>
          <p:spPr>
            <a:xfrm>
              <a:off x="2153463" y="1916832"/>
              <a:ext cx="79110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56E71BC0-2C25-4FC9-BA56-45213C0EA5F0}"/>
                </a:ext>
              </a:extLst>
            </p:cNvPr>
            <p:cNvSpPr txBox="1"/>
            <p:nvPr/>
          </p:nvSpPr>
          <p:spPr>
            <a:xfrm>
              <a:off x="2153463" y="2520119"/>
              <a:ext cx="7911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E464311-9535-4C55-87DF-999827EB7B41}"/>
              </a:ext>
            </a:extLst>
          </p:cNvPr>
          <p:cNvSpPr txBox="1"/>
          <p:nvPr/>
        </p:nvSpPr>
        <p:spPr>
          <a:xfrm>
            <a:off x="646632" y="606711"/>
            <a:ext cx="6002362" cy="9848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5800" b="1" dirty="0">
                <a:latin typeface="Tempus Sans ITC" pitchFamily="82" charset="0"/>
              </a:rPr>
              <a:t>We have achieved!</a:t>
            </a:r>
            <a:endParaRPr lang="ko-KR" altLang="en-US" sz="5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5623" y="1480837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600" b="1" dirty="0">
                <a:solidFill>
                  <a:srgbClr val="660066"/>
                </a:solidFill>
                <a:latin typeface="Bradley Hand ITC" pitchFamily="66" charset="0"/>
              </a:rPr>
              <a:t>Uninterrupted coaching and continuous enhancement of knowledge.</a:t>
            </a:r>
          </a:p>
          <a:p>
            <a:endParaRPr lang="en-IN" sz="3600" b="1" dirty="0">
              <a:solidFill>
                <a:srgbClr val="660066"/>
              </a:solidFill>
              <a:latin typeface="Bradley Hand ITC" pitchFamily="66" charset="0"/>
            </a:endParaRPr>
          </a:p>
          <a:p>
            <a:r>
              <a:rPr lang="en-IN" sz="3600" b="1" dirty="0">
                <a:solidFill>
                  <a:srgbClr val="660066"/>
                </a:solidFill>
                <a:latin typeface="Bradley Hand ITC" pitchFamily="66" charset="0"/>
              </a:rPr>
              <a:t>Unprepared </a:t>
            </a:r>
            <a:r>
              <a:rPr lang="en-IN" sz="3600" b="1" dirty="0">
                <a:solidFill>
                  <a:srgbClr val="660066"/>
                </a:solidFill>
                <a:latin typeface="Bradley Hand ITC" pitchFamily="66" charset="0"/>
                <a:sym typeface="Wingdings" pitchFamily="2" charset="2"/>
              </a:rPr>
              <a:t></a:t>
            </a:r>
            <a:r>
              <a:rPr lang="en-IN" sz="3600" b="1" dirty="0">
                <a:solidFill>
                  <a:srgbClr val="660066"/>
                </a:solidFill>
                <a:latin typeface="Bradley Hand ITC" pitchFamily="66" charset="0"/>
              </a:rPr>
              <a:t> Qualified within weeks.</a:t>
            </a:r>
          </a:p>
          <a:p>
            <a:endParaRPr lang="en-IN" sz="3600" b="1" dirty="0">
              <a:solidFill>
                <a:srgbClr val="660066"/>
              </a:solidFill>
              <a:latin typeface="Bradley Hand ITC" pitchFamily="66" charset="0"/>
            </a:endParaRPr>
          </a:p>
          <a:p>
            <a:r>
              <a:rPr lang="en-IN" sz="3600" b="1" dirty="0">
                <a:solidFill>
                  <a:srgbClr val="660066"/>
                </a:solidFill>
                <a:latin typeface="Bradley Hand ITC" pitchFamily="66" charset="0"/>
              </a:rPr>
              <a:t>Frictionless movement in Teaching Learning Process.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60" y="56790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981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7E56168-ABA9-4CA8-BFA4-75D55D3B46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3378" y="923892"/>
            <a:ext cx="11573197" cy="724247"/>
          </a:xfrm>
        </p:spPr>
        <p:txBody>
          <a:bodyPr/>
          <a:lstStyle/>
          <a:p>
            <a:r>
              <a:rPr lang="en-IN" sz="4200" b="1" dirty="0">
                <a:latin typeface="Tempus Sans ITC" pitchFamily="82" charset="0"/>
              </a:rPr>
              <a:t>Making KPRIET, a best place to Learn beyond </a:t>
            </a:r>
            <a:endParaRPr lang="en-IN" sz="4200" b="1" dirty="0" smtClean="0">
              <a:latin typeface="Tempus Sans ITC" pitchFamily="82" charset="0"/>
            </a:endParaRPr>
          </a:p>
          <a:p>
            <a:r>
              <a:rPr lang="en-IN" sz="4200" b="1" dirty="0" smtClean="0">
                <a:latin typeface="Tempus Sans ITC" pitchFamily="82" charset="0"/>
              </a:rPr>
              <a:t>and </a:t>
            </a:r>
            <a:r>
              <a:rPr lang="en-IN" sz="4200" b="1" dirty="0">
                <a:latin typeface="Tempus Sans ITC" pitchFamily="82" charset="0"/>
              </a:rPr>
              <a:t>Innovate!</a:t>
            </a:r>
            <a:endParaRPr lang="en-US" sz="4200" b="1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090F515-375C-43E7-B657-9F85FD44CD5D}"/>
              </a:ext>
            </a:extLst>
          </p:cNvPr>
          <p:cNvSpPr txBox="1"/>
          <p:nvPr/>
        </p:nvSpPr>
        <p:spPr>
          <a:xfrm>
            <a:off x="713378" y="3085100"/>
            <a:ext cx="6202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Teardrop 6">
            <a:extLst>
              <a:ext uri="{FF2B5EF4-FFF2-40B4-BE49-F238E27FC236}">
                <a16:creationId xmlns="" xmlns:a16="http://schemas.microsoft.com/office/drawing/2014/main" id="{B1EF141C-2096-4E93-98F2-C74441BE5E47}"/>
              </a:ext>
            </a:extLst>
          </p:cNvPr>
          <p:cNvSpPr/>
          <p:nvPr/>
        </p:nvSpPr>
        <p:spPr>
          <a:xfrm rot="8100000">
            <a:off x="9763500" y="1606073"/>
            <a:ext cx="245027" cy="245028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6" name="Oval 21">
            <a:extLst>
              <a:ext uri="{FF2B5EF4-FFF2-40B4-BE49-F238E27FC236}">
                <a16:creationId xmlns="" xmlns:a16="http://schemas.microsoft.com/office/drawing/2014/main" id="{6642658E-6258-49BB-9649-D5CE23874F56}"/>
              </a:ext>
            </a:extLst>
          </p:cNvPr>
          <p:cNvSpPr>
            <a:spLocks noChangeAspect="1"/>
          </p:cNvSpPr>
          <p:nvPr/>
        </p:nvSpPr>
        <p:spPr>
          <a:xfrm>
            <a:off x="7682054" y="3320192"/>
            <a:ext cx="300658" cy="303169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" name="Picture Placeholder 3">
            <a:extLst>
              <a:ext uri="{FF2B5EF4-FFF2-40B4-BE49-F238E27FC236}">
                <a16:creationId xmlns="" xmlns:a16="http://schemas.microsoft.com/office/drawing/2014/main" id="{E1CA0DBB-F77B-46D0-9638-76243B072A9A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10589">
            <a:off x="8977427" y="2706279"/>
            <a:ext cx="1550829" cy="2689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08238" y="1908485"/>
            <a:ext cx="42125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600" b="1" dirty="0" smtClean="0">
                <a:latin typeface="Bradley Hand ITC" pitchFamily="66" charset="0"/>
                <a:hlinkClick r:id="rId3" action="ppaction://hlinkfile"/>
              </a:rPr>
              <a:t>Products</a:t>
            </a:r>
            <a:endParaRPr lang="en-IN" sz="5600" b="1" dirty="0">
              <a:latin typeface="Bradley Hand ITC" pitchFamily="66" charset="0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575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69" y="2930552"/>
            <a:ext cx="5508530" cy="2959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BDD088C-C363-4BC7-B5A2-DA6D3232600F}"/>
              </a:ext>
            </a:extLst>
          </p:cNvPr>
          <p:cNvSpPr txBox="1"/>
          <p:nvPr/>
        </p:nvSpPr>
        <p:spPr>
          <a:xfrm>
            <a:off x="935097" y="627763"/>
            <a:ext cx="6628297" cy="1977464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>
              <a:lnSpc>
                <a:spcPts val="4900"/>
              </a:lnSpc>
            </a:pPr>
            <a:r>
              <a:rPr lang="en-IN" sz="4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entaur" pitchFamily="18" charset="0"/>
              </a:rPr>
              <a:t>Practising like we have never won! Performing like we have never lost! </a:t>
            </a:r>
          </a:p>
          <a:p>
            <a:pPr>
              <a:lnSpc>
                <a:spcPts val="4900"/>
              </a:lnSpc>
            </a:pPr>
            <a:endParaRPr lang="en-US" sz="4000" b="1" dirty="0">
              <a:solidFill>
                <a:schemeClr val="accent3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093B9DA0-D59C-4979-B937-BB01E02E6CD3}"/>
              </a:ext>
            </a:extLst>
          </p:cNvPr>
          <p:cNvCxnSpPr>
            <a:cxnSpLocks/>
          </p:cNvCxnSpPr>
          <p:nvPr/>
        </p:nvCxnSpPr>
        <p:spPr>
          <a:xfrm flipV="1">
            <a:off x="3036972" y="5213689"/>
            <a:ext cx="8620234" cy="1"/>
          </a:xfrm>
          <a:prstGeom prst="line">
            <a:avLst/>
          </a:prstGeom>
          <a:ln w="22225" cap="rnd">
            <a:solidFill>
              <a:schemeClr val="accent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A379777-2112-4137-9CD3-65512E1C6C52}"/>
              </a:ext>
            </a:extLst>
          </p:cNvPr>
          <p:cNvSpPr txBox="1"/>
          <p:nvPr/>
        </p:nvSpPr>
        <p:spPr>
          <a:xfrm>
            <a:off x="4323805" y="3167610"/>
            <a:ext cx="7093131" cy="116955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IN" altLang="ko-KR" sz="7000" b="1" dirty="0" smtClean="0">
                <a:solidFill>
                  <a:schemeClr val="accent3"/>
                </a:solidFill>
                <a:latin typeface="Tempus Sans ITC" pitchFamily="82" charset="0"/>
                <a:cs typeface="Arial" pitchFamily="34" charset="0"/>
              </a:rPr>
              <a:t>THANK YOU!!</a:t>
            </a:r>
            <a:endParaRPr lang="ko-KR" altLang="en-US" sz="7000" b="1" dirty="0">
              <a:solidFill>
                <a:schemeClr val="accent3"/>
              </a:solidFill>
              <a:latin typeface="Tempus Sans ITC" pitchFamily="8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</TotalTime>
  <Words>328</Words>
  <Application>Microsoft Office PowerPoint</Application>
  <PresentationFormat>Custom</PresentationFormat>
  <Paragraphs>90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Dell</cp:lastModifiedBy>
  <cp:revision>162</cp:revision>
  <dcterms:created xsi:type="dcterms:W3CDTF">2020-01-20T05:08:25Z</dcterms:created>
  <dcterms:modified xsi:type="dcterms:W3CDTF">2020-09-30T17:20:16Z</dcterms:modified>
</cp:coreProperties>
</file>